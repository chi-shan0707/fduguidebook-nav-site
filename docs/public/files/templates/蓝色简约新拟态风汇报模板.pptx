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6.svg" ContentType="image/svg+xml"/>
  <Override PartName="/ppt/media/image18.svg" ContentType="image/svg+xml"/>
  <Override PartName="/ppt/media/image20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6858000" cy="9144000"/>
  <p:embeddedFontLst>
    <p:embeddedFont>
      <p:font typeface="Times New Roman Bold" panose="02030802070405020303"/>
      <p:bold r:id="rId18"/>
    </p:embeddedFont>
    <p:embeddedFont>
      <p:font typeface="Times New Roman Medium" panose="02030502070405020303"/>
      <p:regular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2.png"/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svg"/><Relationship Id="rId8" Type="http://schemas.openxmlformats.org/officeDocument/2006/relationships/image" Target="../media/image19.png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618442" y="3989105"/>
            <a:ext cx="15598240" cy="15324122"/>
          </a:xfrm>
          <a:custGeom>
            <a:avLst/>
            <a:gdLst/>
            <a:ahLst/>
            <a:cxnLst/>
            <a:rect l="l" t="t" r="r" b="b"/>
            <a:pathLst>
              <a:path w="15598240" h="15324122">
                <a:moveTo>
                  <a:pt x="0" y="0"/>
                </a:moveTo>
                <a:lnTo>
                  <a:pt x="15598240" y="0"/>
                </a:lnTo>
                <a:lnTo>
                  <a:pt x="15598240" y="15324121"/>
                </a:lnTo>
                <a:lnTo>
                  <a:pt x="0" y="1532412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661778">
            <a:off x="11584035" y="-8406706"/>
            <a:ext cx="15598240" cy="15324122"/>
          </a:xfrm>
          <a:custGeom>
            <a:avLst/>
            <a:gdLst/>
            <a:ahLst/>
            <a:cxnLst/>
            <a:rect l="l" t="t" r="r" b="b"/>
            <a:pathLst>
              <a:path w="15598240" h="15324122">
                <a:moveTo>
                  <a:pt x="0" y="0"/>
                </a:moveTo>
                <a:lnTo>
                  <a:pt x="15598240" y="0"/>
                </a:lnTo>
                <a:lnTo>
                  <a:pt x="15598240" y="15324122"/>
                </a:lnTo>
                <a:lnTo>
                  <a:pt x="0" y="1532412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5734062" y="-4393737"/>
            <a:ext cx="7298185" cy="729818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14325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5874333" y="5693972"/>
            <a:ext cx="6539334" cy="576476"/>
            <a:chOff x="0" y="0"/>
            <a:chExt cx="1722294" cy="1518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22294" cy="151829"/>
            </a:xfrm>
            <a:custGeom>
              <a:avLst/>
              <a:gdLst/>
              <a:ahLst/>
              <a:cxnLst/>
              <a:rect l="l" t="t" r="r" b="b"/>
              <a:pathLst>
                <a:path w="1722294" h="151829">
                  <a:moveTo>
                    <a:pt x="75915" y="0"/>
                  </a:moveTo>
                  <a:lnTo>
                    <a:pt x="1646379" y="0"/>
                  </a:lnTo>
                  <a:cubicBezTo>
                    <a:pt x="1666513" y="0"/>
                    <a:pt x="1685822" y="7998"/>
                    <a:pt x="1700059" y="22235"/>
                  </a:cubicBezTo>
                  <a:cubicBezTo>
                    <a:pt x="1714296" y="36472"/>
                    <a:pt x="1722294" y="55781"/>
                    <a:pt x="1722294" y="75915"/>
                  </a:cubicBezTo>
                  <a:lnTo>
                    <a:pt x="1722294" y="75915"/>
                  </a:lnTo>
                  <a:cubicBezTo>
                    <a:pt x="1722294" y="117841"/>
                    <a:pt x="1688306" y="151829"/>
                    <a:pt x="1646379" y="151829"/>
                  </a:cubicBezTo>
                  <a:lnTo>
                    <a:pt x="75915" y="151829"/>
                  </a:lnTo>
                  <a:cubicBezTo>
                    <a:pt x="55781" y="151829"/>
                    <a:pt x="36472" y="143831"/>
                    <a:pt x="22235" y="129594"/>
                  </a:cubicBezTo>
                  <a:cubicBezTo>
                    <a:pt x="7998" y="115358"/>
                    <a:pt x="0" y="96048"/>
                    <a:pt x="0" y="75915"/>
                  </a:cubicBezTo>
                  <a:lnTo>
                    <a:pt x="0" y="75915"/>
                  </a:lnTo>
                  <a:cubicBezTo>
                    <a:pt x="0" y="55781"/>
                    <a:pt x="7998" y="36472"/>
                    <a:pt x="22235" y="22235"/>
                  </a:cubicBezTo>
                  <a:cubicBezTo>
                    <a:pt x="36472" y="7998"/>
                    <a:pt x="55781" y="0"/>
                    <a:pt x="75915" y="0"/>
                  </a:cubicBezTo>
                  <a:close/>
                </a:path>
              </a:pathLst>
            </a:custGeom>
            <a:solidFill>
              <a:srgbClr val="5182F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722294" cy="1804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-4468414" y="8002073"/>
            <a:ext cx="7298185" cy="729818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14325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15524466" y="7542748"/>
            <a:ext cx="1892544" cy="459325"/>
            <a:chOff x="0" y="0"/>
            <a:chExt cx="2523392" cy="612433"/>
          </a:xfrm>
        </p:grpSpPr>
        <p:grpSp>
          <p:nvGrpSpPr>
            <p:cNvPr id="14" name="Group 14"/>
            <p:cNvGrpSpPr/>
            <p:nvPr/>
          </p:nvGrpSpPr>
          <p:grpSpPr>
            <a:xfrm rot="0">
              <a:off x="2150110" y="15258"/>
              <a:ext cx="104832" cy="104832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1881660" y="15258"/>
              <a:ext cx="104832" cy="104832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2418560" y="15258"/>
              <a:ext cx="104832" cy="104832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0">
              <a:off x="2150110" y="261430"/>
              <a:ext cx="104832" cy="104832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0">
              <a:off x="1881660" y="261430"/>
              <a:ext cx="104832" cy="104832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rot="0">
              <a:off x="2418560" y="261430"/>
              <a:ext cx="104832" cy="104832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0">
              <a:off x="2150110" y="507601"/>
              <a:ext cx="104832" cy="104832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0">
              <a:off x="1881660" y="507601"/>
              <a:ext cx="104832" cy="104832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0">
              <a:off x="2418560" y="507601"/>
              <a:ext cx="104832" cy="104832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0">
              <a:off x="0" y="0"/>
              <a:ext cx="104832" cy="104832"/>
              <a:chOff x="0" y="0"/>
              <a:chExt cx="812800" cy="812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0">
              <a:off x="536900" y="0"/>
              <a:ext cx="104832" cy="104832"/>
              <a:chOff x="0" y="0"/>
              <a:chExt cx="812800" cy="8128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0">
              <a:off x="268450" y="0"/>
              <a:ext cx="104832" cy="104832"/>
              <a:chOff x="0" y="0"/>
              <a:chExt cx="812800" cy="8128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0">
              <a:off x="1073800" y="0"/>
              <a:ext cx="104832" cy="104832"/>
              <a:chOff x="0" y="0"/>
              <a:chExt cx="812800" cy="8128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 rot="0">
              <a:off x="805350" y="0"/>
              <a:ext cx="104832" cy="104832"/>
              <a:chOff x="0" y="0"/>
              <a:chExt cx="812800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0">
              <a:off x="1610700" y="0"/>
              <a:ext cx="104832" cy="104832"/>
              <a:chOff x="0" y="0"/>
              <a:chExt cx="812800" cy="8128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0">
              <a:off x="1342250" y="0"/>
              <a:ext cx="104832" cy="104832"/>
              <a:chOff x="0" y="0"/>
              <a:chExt cx="812800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0">
              <a:off x="0" y="246171"/>
              <a:ext cx="104832" cy="104832"/>
              <a:chOff x="0" y="0"/>
              <a:chExt cx="812800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 rot="0">
              <a:off x="536900" y="246171"/>
              <a:ext cx="104832" cy="104832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 rot="0">
              <a:off x="268450" y="246171"/>
              <a:ext cx="104832" cy="104832"/>
              <a:chOff x="0" y="0"/>
              <a:chExt cx="812800" cy="8128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 rot="0">
              <a:off x="1073800" y="246171"/>
              <a:ext cx="104832" cy="104832"/>
              <a:chOff x="0" y="0"/>
              <a:chExt cx="812800" cy="8128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 rot="0">
              <a:off x="805350" y="246171"/>
              <a:ext cx="104832" cy="104832"/>
              <a:chOff x="0" y="0"/>
              <a:chExt cx="812800" cy="81280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 rot="0">
              <a:off x="1610700" y="246171"/>
              <a:ext cx="104832" cy="104832"/>
              <a:chOff x="0" y="0"/>
              <a:chExt cx="812800" cy="8128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 rot="0">
              <a:off x="1342250" y="246171"/>
              <a:ext cx="104832" cy="104832"/>
              <a:chOff x="0" y="0"/>
              <a:chExt cx="812800" cy="81280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 rot="0">
              <a:off x="0" y="492343"/>
              <a:ext cx="104832" cy="104832"/>
              <a:chOff x="0" y="0"/>
              <a:chExt cx="812800" cy="8128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 rot="0">
              <a:off x="536900" y="492343"/>
              <a:ext cx="104832" cy="104832"/>
              <a:chOff x="0" y="0"/>
              <a:chExt cx="812800" cy="81280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 rot="0">
              <a:off x="268450" y="492343"/>
              <a:ext cx="104832" cy="104832"/>
              <a:chOff x="0" y="0"/>
              <a:chExt cx="812800" cy="812800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 rot="0">
              <a:off x="1073800" y="492343"/>
              <a:ext cx="104832" cy="104832"/>
              <a:chOff x="0" y="0"/>
              <a:chExt cx="812800" cy="812800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95" name="Group 95"/>
            <p:cNvGrpSpPr/>
            <p:nvPr/>
          </p:nvGrpSpPr>
          <p:grpSpPr>
            <a:xfrm rot="0">
              <a:off x="805350" y="492343"/>
              <a:ext cx="104832" cy="104832"/>
              <a:chOff x="0" y="0"/>
              <a:chExt cx="812800" cy="812800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 rot="0">
              <a:off x="1610700" y="492343"/>
              <a:ext cx="104832" cy="104832"/>
              <a:chOff x="0" y="0"/>
              <a:chExt cx="812800" cy="812800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00" name="TextBox 10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01" name="Group 101"/>
            <p:cNvGrpSpPr/>
            <p:nvPr/>
          </p:nvGrpSpPr>
          <p:grpSpPr>
            <a:xfrm rot="0">
              <a:off x="1342250" y="492343"/>
              <a:ext cx="104832" cy="104832"/>
              <a:chOff x="0" y="0"/>
              <a:chExt cx="812800" cy="812800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03" name="TextBox 10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</p:grpSp>
      <p:sp>
        <p:nvSpPr>
          <p:cNvPr id="104" name="Freeform 104"/>
          <p:cNvSpPr/>
          <p:nvPr/>
        </p:nvSpPr>
        <p:spPr>
          <a:xfrm>
            <a:off x="1969145" y="1371702"/>
            <a:ext cx="1512292" cy="1532745"/>
          </a:xfrm>
          <a:custGeom>
            <a:avLst/>
            <a:gdLst/>
            <a:ahLst/>
            <a:cxnLst/>
            <a:rect l="l" t="t" r="r" b="b"/>
            <a:pathLst>
              <a:path w="1512292" h="1532745">
                <a:moveTo>
                  <a:pt x="0" y="0"/>
                </a:moveTo>
                <a:lnTo>
                  <a:pt x="1512292" y="0"/>
                </a:lnTo>
                <a:lnTo>
                  <a:pt x="1512292" y="1532745"/>
                </a:lnTo>
                <a:lnTo>
                  <a:pt x="0" y="1532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98299" b="-115643"/>
            </a:stretch>
          </a:blipFill>
        </p:spPr>
      </p:sp>
      <p:sp>
        <p:nvSpPr>
          <p:cNvPr id="105" name="TextBox 105"/>
          <p:cNvSpPr txBox="1"/>
          <p:nvPr/>
        </p:nvSpPr>
        <p:spPr>
          <a:xfrm>
            <a:off x="6233102" y="6995626"/>
            <a:ext cx="2757449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1E1E1E"/>
                </a:solidFill>
                <a:latin typeface="思源黑体 1 Medium" panose="020B0600000000000000" charset="-122"/>
                <a:ea typeface="思源黑体 1 Medium" panose="020B0600000000000000" charset="-122"/>
                <a:cs typeface="思源黑体 1 Medium" panose="020B0600000000000000" charset="-122"/>
                <a:sym typeface="思源黑体 1 Medium" panose="020B0600000000000000" charset="-122"/>
              </a:rPr>
              <a:t>答辩学生：团团</a:t>
            </a:r>
            <a:endParaRPr lang="en-US" sz="2300" b="1">
              <a:solidFill>
                <a:srgbClr val="1E1E1E"/>
              </a:solidFill>
              <a:latin typeface="思源黑体 1 Medium" panose="020B0600000000000000" charset="-122"/>
              <a:ea typeface="思源黑体 1 Medium" panose="020B0600000000000000" charset="-122"/>
              <a:cs typeface="思源黑体 1 Medium" panose="020B0600000000000000" charset="-122"/>
              <a:sym typeface="思源黑体 1 Medium" panose="020B0600000000000000" charset="-122"/>
            </a:endParaRPr>
          </a:p>
        </p:txBody>
      </p:sp>
      <p:sp>
        <p:nvSpPr>
          <p:cNvPr id="106" name="TextBox 106"/>
          <p:cNvSpPr txBox="1"/>
          <p:nvPr/>
        </p:nvSpPr>
        <p:spPr>
          <a:xfrm>
            <a:off x="9299797" y="6995626"/>
            <a:ext cx="2755100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1E1E1E"/>
                </a:solidFill>
                <a:latin typeface="思源黑体 1 Medium" panose="020B0600000000000000" charset="-122"/>
                <a:ea typeface="思源黑体 1 Medium" panose="020B0600000000000000" charset="-122"/>
                <a:cs typeface="思源黑体 1 Medium" panose="020B0600000000000000" charset="-122"/>
                <a:sym typeface="思源黑体 1 Medium" panose="020B0600000000000000" charset="-122"/>
              </a:rPr>
              <a:t>指导老师：团团</a:t>
            </a:r>
            <a:endParaRPr lang="en-US" sz="2300" b="1">
              <a:solidFill>
                <a:srgbClr val="1E1E1E"/>
              </a:solidFill>
              <a:latin typeface="思源黑体 1 Medium" panose="020B0600000000000000" charset="-122"/>
              <a:ea typeface="思源黑体 1 Medium" panose="020B0600000000000000" charset="-122"/>
              <a:cs typeface="思源黑体 1 Medium" panose="020B0600000000000000" charset="-122"/>
              <a:sym typeface="思源黑体 1 Medium" panose="020B0600000000000000" charset="-122"/>
            </a:endParaRPr>
          </a:p>
        </p:txBody>
      </p:sp>
      <p:sp>
        <p:nvSpPr>
          <p:cNvPr id="107" name="TextBox 107"/>
          <p:cNvSpPr txBox="1"/>
          <p:nvPr/>
        </p:nvSpPr>
        <p:spPr>
          <a:xfrm>
            <a:off x="1969145" y="3642969"/>
            <a:ext cx="14349710" cy="1760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85"/>
              </a:lnSpc>
            </a:pPr>
            <a:r>
              <a:rPr lang="en-US" sz="10745" b="1">
                <a:solidFill>
                  <a:srgbClr val="1E1E1E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复旦大学PPT模板</a:t>
            </a:r>
            <a:endParaRPr lang="en-US" sz="10745" b="1">
              <a:solidFill>
                <a:srgbClr val="1E1E1E"/>
              </a:solidFill>
              <a:latin typeface="思源黑体 1 Heavy" panose="020B0A00000000000000" charset="-122"/>
              <a:ea typeface="思源黑体 1 Heavy" panose="020B0A00000000000000" charset="-122"/>
              <a:cs typeface="思源黑体 1 Heavy" panose="020B0A00000000000000" charset="-122"/>
              <a:sym typeface="思源黑体 1 Heavy" panose="020B0A00000000000000" charset="-122"/>
            </a:endParaRPr>
          </a:p>
        </p:txBody>
      </p:sp>
      <p:sp>
        <p:nvSpPr>
          <p:cNvPr id="108" name="TextBox 108"/>
          <p:cNvSpPr txBox="1"/>
          <p:nvPr/>
        </p:nvSpPr>
        <p:spPr>
          <a:xfrm>
            <a:off x="5924558" y="2005812"/>
            <a:ext cx="6438884" cy="175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25"/>
              </a:lnSpc>
            </a:pPr>
            <a:r>
              <a:rPr lang="en-US" sz="10700" b="1">
                <a:solidFill>
                  <a:srgbClr val="5182F9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文本</a:t>
            </a:r>
            <a:endParaRPr lang="en-US" sz="10700" b="1">
              <a:solidFill>
                <a:srgbClr val="5182F9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109" name="TextBox 109"/>
          <p:cNvSpPr txBox="1"/>
          <p:nvPr/>
        </p:nvSpPr>
        <p:spPr>
          <a:xfrm>
            <a:off x="6651567" y="5685187"/>
            <a:ext cx="4984867" cy="540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sz="271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ENGLISH</a:t>
            </a:r>
            <a:endParaRPr lang="en-US" sz="271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64113" y="-2982685"/>
            <a:ext cx="10626140" cy="10439400"/>
          </a:xfrm>
          <a:custGeom>
            <a:avLst/>
            <a:gdLst/>
            <a:ahLst/>
            <a:cxnLst/>
            <a:rect l="l" t="t" r="r" b="b"/>
            <a:pathLst>
              <a:path w="10626140" h="10439400">
                <a:moveTo>
                  <a:pt x="0" y="0"/>
                </a:moveTo>
                <a:lnTo>
                  <a:pt x="10626140" y="0"/>
                </a:lnTo>
                <a:lnTo>
                  <a:pt x="10626140" y="10439400"/>
                </a:lnTo>
                <a:lnTo>
                  <a:pt x="0" y="104394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647878" y="2017940"/>
            <a:ext cx="446166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4400" b="1">
              <a:solidFill>
                <a:srgbClr val="100F0D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647878" y="2750856"/>
            <a:ext cx="4759279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ENGLISH</a:t>
            </a:r>
            <a:endParaRPr lang="en-US" sz="1900">
              <a:solidFill>
                <a:srgbClr val="1E1E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726604" y="1903640"/>
            <a:ext cx="1959374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 b="1">
                <a:solidFill>
                  <a:srgbClr val="5182F9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01.</a:t>
            </a:r>
            <a:endParaRPr lang="en-US" sz="7700" b="1">
              <a:solidFill>
                <a:srgbClr val="5182F9"/>
              </a:solidFill>
              <a:latin typeface="Times New Roman Bold" panose="02030802070405020303"/>
              <a:ea typeface="Times New Roman Bold" panose="02030802070405020303"/>
              <a:cs typeface="Times New Roman Bold" panose="02030802070405020303"/>
              <a:sym typeface="Times New Roman Bold" panose="020308020704050203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647878" y="3698422"/>
            <a:ext cx="446166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4400" b="1">
              <a:solidFill>
                <a:srgbClr val="100F0D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647878" y="4431337"/>
            <a:ext cx="4461669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ENGLISH</a:t>
            </a:r>
            <a:endParaRPr lang="en-US" sz="1900">
              <a:solidFill>
                <a:srgbClr val="1E1E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726604" y="3584122"/>
            <a:ext cx="1959374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 b="1">
                <a:solidFill>
                  <a:srgbClr val="5182F9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02.</a:t>
            </a:r>
            <a:endParaRPr lang="en-US" sz="7700" b="1">
              <a:solidFill>
                <a:srgbClr val="5182F9"/>
              </a:solidFill>
              <a:latin typeface="Times New Roman Bold" panose="02030802070405020303"/>
              <a:ea typeface="Times New Roman Bold" panose="02030802070405020303"/>
              <a:cs typeface="Times New Roman Bold" panose="02030802070405020303"/>
              <a:sym typeface="Times New Roman Bold" panose="020308020704050203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647878" y="5378903"/>
            <a:ext cx="446166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4400" b="1">
              <a:solidFill>
                <a:srgbClr val="100F0D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647878" y="6111819"/>
            <a:ext cx="4759279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ENGLISH</a:t>
            </a:r>
            <a:endParaRPr lang="en-US" sz="1900">
              <a:solidFill>
                <a:srgbClr val="1E1E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726604" y="5264603"/>
            <a:ext cx="1959374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 b="1">
                <a:solidFill>
                  <a:srgbClr val="5182F9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03.</a:t>
            </a:r>
            <a:endParaRPr lang="en-US" sz="7700" b="1">
              <a:solidFill>
                <a:srgbClr val="5182F9"/>
              </a:solidFill>
              <a:latin typeface="Times New Roman Bold" panose="02030802070405020303"/>
              <a:ea typeface="Times New Roman Bold" panose="02030802070405020303"/>
              <a:cs typeface="Times New Roman Bold" panose="02030802070405020303"/>
              <a:sym typeface="Times New Roman Bold" panose="020308020704050203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647878" y="7059385"/>
            <a:ext cx="446166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4400" b="1">
              <a:solidFill>
                <a:srgbClr val="100F0D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647878" y="7792301"/>
            <a:ext cx="4759279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ENGLISH</a:t>
            </a:r>
            <a:endParaRPr lang="en-US" sz="1900">
              <a:solidFill>
                <a:srgbClr val="1E1E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726604" y="6945085"/>
            <a:ext cx="1959374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 b="1">
                <a:solidFill>
                  <a:srgbClr val="5182F9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04.</a:t>
            </a:r>
            <a:endParaRPr lang="en-US" sz="7700" b="1">
              <a:solidFill>
                <a:srgbClr val="5182F9"/>
              </a:solidFill>
              <a:latin typeface="Times New Roman Bold" panose="02030802070405020303"/>
              <a:ea typeface="Times New Roman Bold" panose="02030802070405020303"/>
              <a:cs typeface="Times New Roman Bold" panose="02030802070405020303"/>
              <a:sym typeface="Times New Roman Bold" panose="02030802070405020303"/>
            </a:endParaRPr>
          </a:p>
        </p:txBody>
      </p:sp>
      <p:grpSp>
        <p:nvGrpSpPr>
          <p:cNvPr id="15" name="Group 15"/>
          <p:cNvGrpSpPr/>
          <p:nvPr/>
        </p:nvGrpSpPr>
        <p:grpSpPr>
          <a:xfrm rot="0">
            <a:off x="11733700" y="-1706468"/>
            <a:ext cx="7886965" cy="788696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14325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316355" y="1613127"/>
            <a:ext cx="4178528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05"/>
              </a:lnSpc>
            </a:pPr>
            <a:r>
              <a:rPr lang="en-US" sz="1359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目录</a:t>
            </a:r>
            <a:endParaRPr lang="en-US" sz="1359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19" name="Freeform 19"/>
          <p:cNvSpPr/>
          <p:nvPr/>
        </p:nvSpPr>
        <p:spPr>
          <a:xfrm rot="1798730">
            <a:off x="-1647772" y="8240916"/>
            <a:ext cx="5352944" cy="5258873"/>
          </a:xfrm>
          <a:custGeom>
            <a:avLst/>
            <a:gdLst/>
            <a:ahLst/>
            <a:cxnLst/>
            <a:rect l="l" t="t" r="r" b="b"/>
            <a:pathLst>
              <a:path w="5352944" h="5258873">
                <a:moveTo>
                  <a:pt x="0" y="0"/>
                </a:moveTo>
                <a:lnTo>
                  <a:pt x="5352944" y="0"/>
                </a:lnTo>
                <a:lnTo>
                  <a:pt x="5352944" y="5258873"/>
                </a:lnTo>
                <a:lnTo>
                  <a:pt x="0" y="525887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 rot="1798730">
            <a:off x="-957839" y="8883814"/>
            <a:ext cx="3973078" cy="3973078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14325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63915" y="-2636585"/>
            <a:ext cx="15560169" cy="1556016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143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732528" y="-1155299"/>
            <a:ext cx="12822944" cy="12597598"/>
          </a:xfrm>
          <a:custGeom>
            <a:avLst/>
            <a:gdLst/>
            <a:ahLst/>
            <a:cxnLst/>
            <a:rect l="l" t="t" r="r" b="b"/>
            <a:pathLst>
              <a:path w="12822944" h="12597598">
                <a:moveTo>
                  <a:pt x="0" y="0"/>
                </a:moveTo>
                <a:lnTo>
                  <a:pt x="12822944" y="0"/>
                </a:lnTo>
                <a:lnTo>
                  <a:pt x="12822944" y="12597598"/>
                </a:lnTo>
                <a:lnTo>
                  <a:pt x="0" y="1259759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4451488" y="450988"/>
            <a:ext cx="9385023" cy="938502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14325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336370" y="4782913"/>
            <a:ext cx="9615259" cy="149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50"/>
              </a:lnSpc>
            </a:pPr>
            <a:r>
              <a:rPr lang="en-US" sz="8135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8135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114634" y="6428364"/>
            <a:ext cx="6058732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5182F9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ENGLISH</a:t>
            </a:r>
            <a:endParaRPr lang="en-US" sz="2000" b="1">
              <a:solidFill>
                <a:srgbClr val="5182F9"/>
              </a:solidFill>
              <a:latin typeface="Times New Roman Bold" panose="02030802070405020303"/>
              <a:ea typeface="Times New Roman Bold" panose="02030802070405020303"/>
              <a:cs typeface="Times New Roman Bold" panose="02030802070405020303"/>
              <a:sym typeface="Times New Roman Bold" panose="02030802070405020303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8227878" y="2983911"/>
            <a:ext cx="1832243" cy="183224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2F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015345" y="3183124"/>
            <a:ext cx="2257311" cy="147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55"/>
              </a:lnSpc>
              <a:spcBef>
                <a:spcPct val="0"/>
              </a:spcBef>
            </a:pPr>
            <a:r>
              <a:rPr lang="en-US" sz="8625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01</a:t>
            </a:r>
            <a:endParaRPr lang="en-US" sz="8625" b="1">
              <a:solidFill>
                <a:srgbClr val="FFFFFF"/>
              </a:solidFill>
              <a:latin typeface="Times New Roman Bold" panose="02030802070405020303"/>
              <a:ea typeface="Times New Roman Bold" panose="02030802070405020303"/>
              <a:cs typeface="Times New Roman Bold" panose="02030802070405020303"/>
              <a:sym typeface="Times New Roman Bold" panose="020308020704050203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46537" y="796028"/>
            <a:ext cx="6994926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1">
                <a:solidFill>
                  <a:srgbClr val="5182F9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点击输入文本</a:t>
            </a:r>
            <a:endParaRPr lang="en-US" sz="5200" b="1">
              <a:solidFill>
                <a:srgbClr val="5182F9"/>
              </a:solidFill>
              <a:latin typeface="思源黑体 1 Heavy" panose="020B0A00000000000000" charset="-122"/>
              <a:ea typeface="思源黑体 1 Heavy" panose="020B0A00000000000000" charset="-122"/>
              <a:cs typeface="思源黑体 1 Heavy" panose="020B0A00000000000000" charset="-122"/>
              <a:sym typeface="思源黑体 1 Heavy" panose="020B0A00000000000000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1400148" y="-1522608"/>
            <a:ext cx="3410105" cy="3350177"/>
          </a:xfrm>
          <a:custGeom>
            <a:avLst/>
            <a:gdLst/>
            <a:ahLst/>
            <a:cxnLst/>
            <a:rect l="l" t="t" r="r" b="b"/>
            <a:pathLst>
              <a:path w="3410105" h="3350177">
                <a:moveTo>
                  <a:pt x="0" y="0"/>
                </a:moveTo>
                <a:lnTo>
                  <a:pt x="3410106" y="0"/>
                </a:lnTo>
                <a:lnTo>
                  <a:pt x="3410106" y="3350177"/>
                </a:lnTo>
                <a:lnTo>
                  <a:pt x="0" y="335017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-827825" y="-980250"/>
            <a:ext cx="2265461" cy="226546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" name="Freeform 7"/>
          <p:cNvSpPr/>
          <p:nvPr/>
        </p:nvSpPr>
        <p:spPr>
          <a:xfrm>
            <a:off x="16278042" y="8459431"/>
            <a:ext cx="3410105" cy="3350177"/>
          </a:xfrm>
          <a:custGeom>
            <a:avLst/>
            <a:gdLst/>
            <a:ahLst/>
            <a:cxnLst/>
            <a:rect l="l" t="t" r="r" b="b"/>
            <a:pathLst>
              <a:path w="3410105" h="3350177">
                <a:moveTo>
                  <a:pt x="0" y="0"/>
                </a:moveTo>
                <a:lnTo>
                  <a:pt x="3410106" y="0"/>
                </a:lnTo>
                <a:lnTo>
                  <a:pt x="3410106" y="3350177"/>
                </a:lnTo>
                <a:lnTo>
                  <a:pt x="0" y="335017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0">
            <a:off x="16850365" y="9001789"/>
            <a:ext cx="2265461" cy="226546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1144875" y="2319632"/>
            <a:ext cx="3944311" cy="3711786"/>
          </a:xfrm>
          <a:custGeom>
            <a:avLst/>
            <a:gdLst/>
            <a:ahLst/>
            <a:cxnLst/>
            <a:rect l="l" t="t" r="r" b="b"/>
            <a:pathLst>
              <a:path w="3944311" h="3711786">
                <a:moveTo>
                  <a:pt x="0" y="0"/>
                </a:moveTo>
                <a:lnTo>
                  <a:pt x="3944310" y="0"/>
                </a:lnTo>
                <a:lnTo>
                  <a:pt x="3944310" y="3711787"/>
                </a:lnTo>
                <a:lnTo>
                  <a:pt x="0" y="3711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 rot="0">
            <a:off x="1691001" y="2892482"/>
            <a:ext cx="2852057" cy="2530207"/>
            <a:chOff x="0" y="0"/>
            <a:chExt cx="3802743" cy="3373609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/>
            <a:srcRect t="16772" b="16772"/>
            <a:stretch>
              <a:fillRect/>
            </a:stretch>
          </p:blipFill>
          <p:spPr>
            <a:xfrm>
              <a:off x="0" y="0"/>
              <a:ext cx="3802743" cy="3373609"/>
            </a:xfrm>
            <a:prstGeom prst="rect">
              <a:avLst/>
            </a:prstGeom>
          </p:spPr>
        </p:pic>
      </p:grpSp>
      <p:sp>
        <p:nvSpPr>
          <p:cNvPr id="14" name="Freeform 14"/>
          <p:cNvSpPr/>
          <p:nvPr/>
        </p:nvSpPr>
        <p:spPr>
          <a:xfrm>
            <a:off x="4843080" y="2319632"/>
            <a:ext cx="3944311" cy="3711786"/>
          </a:xfrm>
          <a:custGeom>
            <a:avLst/>
            <a:gdLst/>
            <a:ahLst/>
            <a:cxnLst/>
            <a:rect l="l" t="t" r="r" b="b"/>
            <a:pathLst>
              <a:path w="3944311" h="3711786">
                <a:moveTo>
                  <a:pt x="0" y="0"/>
                </a:moveTo>
                <a:lnTo>
                  <a:pt x="3944311" y="0"/>
                </a:lnTo>
                <a:lnTo>
                  <a:pt x="3944311" y="3711787"/>
                </a:lnTo>
                <a:lnTo>
                  <a:pt x="0" y="3711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 rot="0">
            <a:off x="5389207" y="2892482"/>
            <a:ext cx="2852057" cy="2530207"/>
            <a:chOff x="0" y="0"/>
            <a:chExt cx="3802743" cy="3373609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4"/>
            <a:srcRect t="17175" b="17175"/>
            <a:stretch>
              <a:fillRect/>
            </a:stretch>
          </p:blipFill>
          <p:spPr>
            <a:xfrm>
              <a:off x="0" y="0"/>
              <a:ext cx="3802743" cy="3373609"/>
            </a:xfrm>
            <a:prstGeom prst="rect">
              <a:avLst/>
            </a:prstGeom>
          </p:spPr>
        </p:pic>
      </p:grpSp>
      <p:sp>
        <p:nvSpPr>
          <p:cNvPr id="17" name="TextBox 17"/>
          <p:cNvSpPr txBox="1"/>
          <p:nvPr/>
        </p:nvSpPr>
        <p:spPr>
          <a:xfrm>
            <a:off x="9635116" y="3682693"/>
            <a:ext cx="7218510" cy="142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可以是演示，演讲，报告等。大部分时间，它们都是在为观众服务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635116" y="3116860"/>
            <a:ext cx="2889059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9500609" y="5460789"/>
            <a:ext cx="3944311" cy="3711786"/>
          </a:xfrm>
          <a:custGeom>
            <a:avLst/>
            <a:gdLst/>
            <a:ahLst/>
            <a:cxnLst/>
            <a:rect l="l" t="t" r="r" b="b"/>
            <a:pathLst>
              <a:path w="3944311" h="3711786">
                <a:moveTo>
                  <a:pt x="0" y="0"/>
                </a:moveTo>
                <a:lnTo>
                  <a:pt x="3944311" y="0"/>
                </a:lnTo>
                <a:lnTo>
                  <a:pt x="3944311" y="3711786"/>
                </a:lnTo>
                <a:lnTo>
                  <a:pt x="0" y="37117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 rot="0">
            <a:off x="10046736" y="6033638"/>
            <a:ext cx="2852057" cy="2530207"/>
            <a:chOff x="0" y="0"/>
            <a:chExt cx="3802743" cy="3373609"/>
          </a:xfrm>
        </p:grpSpPr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5"/>
            <a:srcRect t="10239" b="10239"/>
            <a:stretch>
              <a:fillRect/>
            </a:stretch>
          </p:blipFill>
          <p:spPr>
            <a:xfrm>
              <a:off x="0" y="0"/>
              <a:ext cx="3802743" cy="3373609"/>
            </a:xfrm>
            <a:prstGeom prst="rect">
              <a:avLst/>
            </a:prstGeom>
          </p:spPr>
        </p:pic>
      </p:grpSp>
      <p:sp>
        <p:nvSpPr>
          <p:cNvPr id="22" name="Freeform 22"/>
          <p:cNvSpPr/>
          <p:nvPr/>
        </p:nvSpPr>
        <p:spPr>
          <a:xfrm>
            <a:off x="13198815" y="5460789"/>
            <a:ext cx="3944311" cy="3711786"/>
          </a:xfrm>
          <a:custGeom>
            <a:avLst/>
            <a:gdLst/>
            <a:ahLst/>
            <a:cxnLst/>
            <a:rect l="l" t="t" r="r" b="b"/>
            <a:pathLst>
              <a:path w="3944311" h="3711786">
                <a:moveTo>
                  <a:pt x="0" y="0"/>
                </a:moveTo>
                <a:lnTo>
                  <a:pt x="3944310" y="0"/>
                </a:lnTo>
                <a:lnTo>
                  <a:pt x="3944310" y="3711786"/>
                </a:lnTo>
                <a:lnTo>
                  <a:pt x="0" y="37117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 rot="0">
            <a:off x="13744941" y="6033638"/>
            <a:ext cx="2852057" cy="2530207"/>
            <a:chOff x="0" y="0"/>
            <a:chExt cx="3802743" cy="3373609"/>
          </a:xfrm>
        </p:grpSpPr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6"/>
            <a:srcRect l="12494" r="12494"/>
            <a:stretch>
              <a:fillRect/>
            </a:stretch>
          </p:blipFill>
          <p:spPr>
            <a:xfrm>
              <a:off x="0" y="0"/>
              <a:ext cx="3802743" cy="3373609"/>
            </a:xfrm>
            <a:prstGeom prst="rect">
              <a:avLst/>
            </a:prstGeom>
          </p:spPr>
        </p:pic>
      </p:grpSp>
      <p:sp>
        <p:nvSpPr>
          <p:cNvPr id="25" name="TextBox 25"/>
          <p:cNvSpPr txBox="1"/>
          <p:nvPr/>
        </p:nvSpPr>
        <p:spPr>
          <a:xfrm>
            <a:off x="1292886" y="6823849"/>
            <a:ext cx="7218510" cy="142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可以是演示，演讲，报告等。大部分时间，它们都是在为观众服务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92886" y="6258016"/>
            <a:ext cx="2889059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15781094" y="781541"/>
            <a:ext cx="993897" cy="1007339"/>
          </a:xfrm>
          <a:custGeom>
            <a:avLst/>
            <a:gdLst/>
            <a:ahLst/>
            <a:cxnLst/>
            <a:rect l="l" t="t" r="r" b="b"/>
            <a:pathLst>
              <a:path w="993897" h="1007339">
                <a:moveTo>
                  <a:pt x="0" y="0"/>
                </a:moveTo>
                <a:lnTo>
                  <a:pt x="993897" y="0"/>
                </a:lnTo>
                <a:lnTo>
                  <a:pt x="993897" y="1007339"/>
                </a:lnTo>
                <a:lnTo>
                  <a:pt x="0" y="10073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98299" b="-115643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46537" y="796028"/>
            <a:ext cx="6994926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1">
                <a:solidFill>
                  <a:srgbClr val="5182F9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点击输入文本</a:t>
            </a:r>
            <a:endParaRPr lang="en-US" sz="5200" b="1">
              <a:solidFill>
                <a:srgbClr val="5182F9"/>
              </a:solidFill>
              <a:latin typeface="思源黑体 1 Heavy" panose="020B0A00000000000000" charset="-122"/>
              <a:ea typeface="思源黑体 1 Heavy" panose="020B0A00000000000000" charset="-122"/>
              <a:cs typeface="思源黑体 1 Heavy" panose="020B0A00000000000000" charset="-122"/>
              <a:sym typeface="思源黑体 1 Heavy" panose="020B0A00000000000000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1400148" y="-1522608"/>
            <a:ext cx="3410105" cy="3350177"/>
          </a:xfrm>
          <a:custGeom>
            <a:avLst/>
            <a:gdLst/>
            <a:ahLst/>
            <a:cxnLst/>
            <a:rect l="l" t="t" r="r" b="b"/>
            <a:pathLst>
              <a:path w="3410105" h="3350177">
                <a:moveTo>
                  <a:pt x="0" y="0"/>
                </a:moveTo>
                <a:lnTo>
                  <a:pt x="3410106" y="0"/>
                </a:lnTo>
                <a:lnTo>
                  <a:pt x="3410106" y="3350177"/>
                </a:lnTo>
                <a:lnTo>
                  <a:pt x="0" y="335017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-827825" y="-980250"/>
            <a:ext cx="2265461" cy="226546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" name="Freeform 7"/>
          <p:cNvSpPr/>
          <p:nvPr/>
        </p:nvSpPr>
        <p:spPr>
          <a:xfrm>
            <a:off x="16278042" y="8459431"/>
            <a:ext cx="3410105" cy="3350177"/>
          </a:xfrm>
          <a:custGeom>
            <a:avLst/>
            <a:gdLst/>
            <a:ahLst/>
            <a:cxnLst/>
            <a:rect l="l" t="t" r="r" b="b"/>
            <a:pathLst>
              <a:path w="3410105" h="3350177">
                <a:moveTo>
                  <a:pt x="0" y="0"/>
                </a:moveTo>
                <a:lnTo>
                  <a:pt x="3410106" y="0"/>
                </a:lnTo>
                <a:lnTo>
                  <a:pt x="3410106" y="3350177"/>
                </a:lnTo>
                <a:lnTo>
                  <a:pt x="0" y="335017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0">
            <a:off x="16850365" y="9001789"/>
            <a:ext cx="2265461" cy="226546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0" y="2803326"/>
            <a:ext cx="18288000" cy="3871291"/>
            <a:chOff x="0" y="0"/>
            <a:chExt cx="2833290" cy="5997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33290" cy="599764"/>
            </a:xfrm>
            <a:custGeom>
              <a:avLst/>
              <a:gdLst/>
              <a:ahLst/>
              <a:cxnLst/>
              <a:rect l="l" t="t" r="r" b="b"/>
              <a:pathLst>
                <a:path w="2833290" h="599764">
                  <a:moveTo>
                    <a:pt x="0" y="0"/>
                  </a:moveTo>
                  <a:lnTo>
                    <a:pt x="2833290" y="0"/>
                  </a:lnTo>
                  <a:lnTo>
                    <a:pt x="2833290" y="599764"/>
                  </a:lnTo>
                  <a:lnTo>
                    <a:pt x="0" y="599764"/>
                  </a:lnTo>
                  <a:close/>
                </a:path>
              </a:pathLst>
            </a:custGeom>
            <a:blipFill>
              <a:blip r:embed="rId2"/>
              <a:stretch>
                <a:fillRect t="-107180" b="-107180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7162321" y="6079719"/>
            <a:ext cx="3963358" cy="1189795"/>
          </a:xfrm>
          <a:custGeom>
            <a:avLst/>
            <a:gdLst/>
            <a:ahLst/>
            <a:cxnLst/>
            <a:rect l="l" t="t" r="r" b="b"/>
            <a:pathLst>
              <a:path w="3963358" h="1189795">
                <a:moveTo>
                  <a:pt x="0" y="0"/>
                </a:moveTo>
                <a:lnTo>
                  <a:pt x="3963358" y="0"/>
                </a:lnTo>
                <a:lnTo>
                  <a:pt x="3963358" y="1189795"/>
                </a:lnTo>
                <a:lnTo>
                  <a:pt x="0" y="11897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7547735" y="6411381"/>
            <a:ext cx="3192531" cy="507421"/>
            <a:chOff x="0" y="0"/>
            <a:chExt cx="1416236" cy="22509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16236" cy="225097"/>
            </a:xfrm>
            <a:custGeom>
              <a:avLst/>
              <a:gdLst/>
              <a:ahLst/>
              <a:cxnLst/>
              <a:rect l="l" t="t" r="r" b="b"/>
              <a:pathLst>
                <a:path w="1416236" h="225097">
                  <a:moveTo>
                    <a:pt x="112548" y="0"/>
                  </a:moveTo>
                  <a:lnTo>
                    <a:pt x="1303688" y="0"/>
                  </a:lnTo>
                  <a:cubicBezTo>
                    <a:pt x="1333537" y="0"/>
                    <a:pt x="1362164" y="11858"/>
                    <a:pt x="1383271" y="32965"/>
                  </a:cubicBezTo>
                  <a:cubicBezTo>
                    <a:pt x="1404378" y="54072"/>
                    <a:pt x="1416236" y="82699"/>
                    <a:pt x="1416236" y="112548"/>
                  </a:cubicBezTo>
                  <a:lnTo>
                    <a:pt x="1416236" y="112548"/>
                  </a:lnTo>
                  <a:cubicBezTo>
                    <a:pt x="1416236" y="174707"/>
                    <a:pt x="1365846" y="225097"/>
                    <a:pt x="1303688" y="225097"/>
                  </a:cubicBezTo>
                  <a:lnTo>
                    <a:pt x="112548" y="225097"/>
                  </a:lnTo>
                  <a:cubicBezTo>
                    <a:pt x="82699" y="225097"/>
                    <a:pt x="54072" y="213239"/>
                    <a:pt x="32965" y="192132"/>
                  </a:cubicBezTo>
                  <a:cubicBezTo>
                    <a:pt x="11858" y="171025"/>
                    <a:pt x="0" y="142398"/>
                    <a:pt x="0" y="112548"/>
                  </a:cubicBezTo>
                  <a:lnTo>
                    <a:pt x="0" y="112548"/>
                  </a:lnTo>
                  <a:cubicBezTo>
                    <a:pt x="0" y="82699"/>
                    <a:pt x="11858" y="54072"/>
                    <a:pt x="32965" y="32965"/>
                  </a:cubicBezTo>
                  <a:cubicBezTo>
                    <a:pt x="54072" y="11858"/>
                    <a:pt x="82699" y="0"/>
                    <a:pt x="112548" y="0"/>
                  </a:cubicBezTo>
                  <a:close/>
                </a:path>
              </a:pathLst>
            </a:custGeom>
            <a:solidFill>
              <a:srgbClr val="5182F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416236" cy="225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923092" y="6343867"/>
            <a:ext cx="2441817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0"/>
              </a:lnSpc>
            </a:pPr>
            <a:r>
              <a:rPr lang="en-US" sz="2800" b="1">
                <a:solidFill>
                  <a:srgbClr val="FFFFFF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FFFFFF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907411" y="7277188"/>
            <a:ext cx="14473178" cy="142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，可以是演示，演讲，报告等。大部分时间。大部分时间，它们都是在为观众服务。演示文稿是一种实用的工具，可以是演示，演讲，报告等。大部分时间，它们都是在为观众服务。演示文稿是一种实用的工具，可以是演示，演讲报告等。大部分时间，它们都是在为观众服务。演示文稿是一种实用的工具，可以是演示，演讲，报告等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15781094" y="781541"/>
            <a:ext cx="993897" cy="1007339"/>
          </a:xfrm>
          <a:custGeom>
            <a:avLst/>
            <a:gdLst/>
            <a:ahLst/>
            <a:cxnLst/>
            <a:rect l="l" t="t" r="r" b="b"/>
            <a:pathLst>
              <a:path w="993897" h="1007339">
                <a:moveTo>
                  <a:pt x="0" y="0"/>
                </a:moveTo>
                <a:lnTo>
                  <a:pt x="993897" y="0"/>
                </a:lnTo>
                <a:lnTo>
                  <a:pt x="993897" y="1007339"/>
                </a:lnTo>
                <a:lnTo>
                  <a:pt x="0" y="10073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98299" b="-115643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46537" y="796028"/>
            <a:ext cx="6994926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1">
                <a:solidFill>
                  <a:srgbClr val="5182F9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点击输入文本</a:t>
            </a:r>
            <a:endParaRPr lang="en-US" sz="5200" b="1">
              <a:solidFill>
                <a:srgbClr val="5182F9"/>
              </a:solidFill>
              <a:latin typeface="思源黑体 1 Heavy" panose="020B0A00000000000000" charset="-122"/>
              <a:ea typeface="思源黑体 1 Heavy" panose="020B0A00000000000000" charset="-122"/>
              <a:cs typeface="思源黑体 1 Heavy" panose="020B0A00000000000000" charset="-122"/>
              <a:sym typeface="思源黑体 1 Heavy" panose="020B0A00000000000000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1400148" y="-1522608"/>
            <a:ext cx="3410105" cy="3350177"/>
          </a:xfrm>
          <a:custGeom>
            <a:avLst/>
            <a:gdLst/>
            <a:ahLst/>
            <a:cxnLst/>
            <a:rect l="l" t="t" r="r" b="b"/>
            <a:pathLst>
              <a:path w="3410105" h="3350177">
                <a:moveTo>
                  <a:pt x="0" y="0"/>
                </a:moveTo>
                <a:lnTo>
                  <a:pt x="3410106" y="0"/>
                </a:lnTo>
                <a:lnTo>
                  <a:pt x="3410106" y="3350177"/>
                </a:lnTo>
                <a:lnTo>
                  <a:pt x="0" y="335017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-827825" y="-980250"/>
            <a:ext cx="2265461" cy="226546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" name="Freeform 7"/>
          <p:cNvSpPr/>
          <p:nvPr/>
        </p:nvSpPr>
        <p:spPr>
          <a:xfrm>
            <a:off x="16278042" y="8459431"/>
            <a:ext cx="3410105" cy="3350177"/>
          </a:xfrm>
          <a:custGeom>
            <a:avLst/>
            <a:gdLst/>
            <a:ahLst/>
            <a:cxnLst/>
            <a:rect l="l" t="t" r="r" b="b"/>
            <a:pathLst>
              <a:path w="3410105" h="3350177">
                <a:moveTo>
                  <a:pt x="0" y="0"/>
                </a:moveTo>
                <a:lnTo>
                  <a:pt x="3410106" y="0"/>
                </a:lnTo>
                <a:lnTo>
                  <a:pt x="3410106" y="3350177"/>
                </a:lnTo>
                <a:lnTo>
                  <a:pt x="0" y="335017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0">
            <a:off x="16850365" y="9001789"/>
            <a:ext cx="2265461" cy="226546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1723796" y="2378384"/>
            <a:ext cx="7005576" cy="6879916"/>
          </a:xfrm>
          <a:custGeom>
            <a:avLst/>
            <a:gdLst/>
            <a:ahLst/>
            <a:cxnLst/>
            <a:rect l="l" t="t" r="r" b="b"/>
            <a:pathLst>
              <a:path w="7005576" h="6879916">
                <a:moveTo>
                  <a:pt x="0" y="0"/>
                </a:moveTo>
                <a:lnTo>
                  <a:pt x="7005577" y="0"/>
                </a:lnTo>
                <a:lnTo>
                  <a:pt x="7005577" y="6879916"/>
                </a:lnTo>
                <a:lnTo>
                  <a:pt x="0" y="68799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 rot="0">
            <a:off x="2769064" y="3360831"/>
            <a:ext cx="4915041" cy="4915022"/>
            <a:chOff x="0" y="0"/>
            <a:chExt cx="6350000" cy="63499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25136" r="-25136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8928705" y="2691059"/>
            <a:ext cx="1019076" cy="1033845"/>
          </a:xfrm>
          <a:custGeom>
            <a:avLst/>
            <a:gdLst/>
            <a:ahLst/>
            <a:cxnLst/>
            <a:rect l="l" t="t" r="r" b="b"/>
            <a:pathLst>
              <a:path w="1019076" h="1033845">
                <a:moveTo>
                  <a:pt x="0" y="0"/>
                </a:moveTo>
                <a:lnTo>
                  <a:pt x="1019076" y="0"/>
                </a:lnTo>
                <a:lnTo>
                  <a:pt x="1019076" y="1033846"/>
                </a:lnTo>
                <a:lnTo>
                  <a:pt x="0" y="10338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075359" y="3441277"/>
            <a:ext cx="6488845" cy="106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演示文稿是一种实用的工具，可以是演示，演讲，报告等。大部分时间，它们都是在为观众服务演示文稿是一种实用的工具，可以是演示，演讲，报告等。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075359" y="2845576"/>
            <a:ext cx="260084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170285" y="2912251"/>
            <a:ext cx="535915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5182F9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1</a:t>
            </a:r>
            <a:endParaRPr lang="en-US" sz="3500" b="1">
              <a:solidFill>
                <a:srgbClr val="5182F9"/>
              </a:solidFill>
              <a:latin typeface="Times New Roman Bold" panose="02030802070405020303"/>
              <a:ea typeface="Times New Roman Bold" panose="02030802070405020303"/>
              <a:cs typeface="Times New Roman Bold" panose="02030802070405020303"/>
              <a:sym typeface="Times New Roman Bold" panose="02030802070405020303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8928705" y="4909262"/>
            <a:ext cx="1019076" cy="1033845"/>
          </a:xfrm>
          <a:custGeom>
            <a:avLst/>
            <a:gdLst/>
            <a:ahLst/>
            <a:cxnLst/>
            <a:rect l="l" t="t" r="r" b="b"/>
            <a:pathLst>
              <a:path w="1019076" h="1033845">
                <a:moveTo>
                  <a:pt x="0" y="0"/>
                </a:moveTo>
                <a:lnTo>
                  <a:pt x="1019076" y="0"/>
                </a:lnTo>
                <a:lnTo>
                  <a:pt x="1019076" y="1033845"/>
                </a:lnTo>
                <a:lnTo>
                  <a:pt x="0" y="1033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075359" y="5659479"/>
            <a:ext cx="6488845" cy="106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演示文稿是一种实用的工具，可以是演示，演讲，报告等。大部分时间，它们都是在为观众服务演示文稿是一种实用的工具，可以是演示，演讲，报告等。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075359" y="5063778"/>
            <a:ext cx="260084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170285" y="5130453"/>
            <a:ext cx="535915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5182F9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2</a:t>
            </a:r>
            <a:endParaRPr lang="en-US" sz="3500" b="1">
              <a:solidFill>
                <a:srgbClr val="5182F9"/>
              </a:solidFill>
              <a:latin typeface="Times New Roman Bold" panose="02030802070405020303"/>
              <a:ea typeface="Times New Roman Bold" panose="02030802070405020303"/>
              <a:cs typeface="Times New Roman Bold" panose="02030802070405020303"/>
              <a:sym typeface="Times New Roman Bold" panose="02030802070405020303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8928705" y="7127464"/>
            <a:ext cx="1019076" cy="1033845"/>
          </a:xfrm>
          <a:custGeom>
            <a:avLst/>
            <a:gdLst/>
            <a:ahLst/>
            <a:cxnLst/>
            <a:rect l="l" t="t" r="r" b="b"/>
            <a:pathLst>
              <a:path w="1019076" h="1033845">
                <a:moveTo>
                  <a:pt x="0" y="0"/>
                </a:moveTo>
                <a:lnTo>
                  <a:pt x="1019076" y="0"/>
                </a:lnTo>
                <a:lnTo>
                  <a:pt x="1019076" y="1033845"/>
                </a:lnTo>
                <a:lnTo>
                  <a:pt x="0" y="1033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075359" y="7877682"/>
            <a:ext cx="6488845" cy="106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演示文稿是一种实用的工具，可以是演示，演讲，报告等。大部分时间，它们都是在为观众服务演示文稿是一种实用的工具，可以是演示，演讲，报告等。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075359" y="7281981"/>
            <a:ext cx="260084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170285" y="7348656"/>
            <a:ext cx="535915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5182F9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3</a:t>
            </a:r>
            <a:endParaRPr lang="en-US" sz="3500" b="1">
              <a:solidFill>
                <a:srgbClr val="5182F9"/>
              </a:solidFill>
              <a:latin typeface="Times New Roman Bold" panose="02030802070405020303"/>
              <a:ea typeface="Times New Roman Bold" panose="02030802070405020303"/>
              <a:cs typeface="Times New Roman Bold" panose="02030802070405020303"/>
              <a:sym typeface="Times New Roman Bold" panose="02030802070405020303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15781094" y="781541"/>
            <a:ext cx="993897" cy="1007339"/>
          </a:xfrm>
          <a:custGeom>
            <a:avLst/>
            <a:gdLst/>
            <a:ahLst/>
            <a:cxnLst/>
            <a:rect l="l" t="t" r="r" b="b"/>
            <a:pathLst>
              <a:path w="993897" h="1007339">
                <a:moveTo>
                  <a:pt x="0" y="0"/>
                </a:moveTo>
                <a:lnTo>
                  <a:pt x="993897" y="0"/>
                </a:lnTo>
                <a:lnTo>
                  <a:pt x="993897" y="1007339"/>
                </a:lnTo>
                <a:lnTo>
                  <a:pt x="0" y="10073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98299" b="-115643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0148" y="-1522608"/>
            <a:ext cx="3410105" cy="3350177"/>
          </a:xfrm>
          <a:custGeom>
            <a:avLst/>
            <a:gdLst/>
            <a:ahLst/>
            <a:cxnLst/>
            <a:rect l="l" t="t" r="r" b="b"/>
            <a:pathLst>
              <a:path w="3410105" h="3350177">
                <a:moveTo>
                  <a:pt x="0" y="0"/>
                </a:moveTo>
                <a:lnTo>
                  <a:pt x="3410106" y="0"/>
                </a:lnTo>
                <a:lnTo>
                  <a:pt x="3410106" y="3350177"/>
                </a:lnTo>
                <a:lnTo>
                  <a:pt x="0" y="335017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-827825" y="-980250"/>
            <a:ext cx="2265461" cy="226546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6278042" y="8459431"/>
            <a:ext cx="3410105" cy="3350177"/>
          </a:xfrm>
          <a:custGeom>
            <a:avLst/>
            <a:gdLst/>
            <a:ahLst/>
            <a:cxnLst/>
            <a:rect l="l" t="t" r="r" b="b"/>
            <a:pathLst>
              <a:path w="3410105" h="3350177">
                <a:moveTo>
                  <a:pt x="0" y="0"/>
                </a:moveTo>
                <a:lnTo>
                  <a:pt x="3410106" y="0"/>
                </a:lnTo>
                <a:lnTo>
                  <a:pt x="3410106" y="3350177"/>
                </a:lnTo>
                <a:lnTo>
                  <a:pt x="0" y="335017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16850365" y="9001789"/>
            <a:ext cx="2265461" cy="226546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646537" y="796028"/>
            <a:ext cx="6994926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1">
                <a:solidFill>
                  <a:srgbClr val="5182F9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点击输入文本</a:t>
            </a:r>
            <a:endParaRPr lang="en-US" sz="5200" b="1">
              <a:solidFill>
                <a:srgbClr val="5182F9"/>
              </a:solidFill>
              <a:latin typeface="思源黑体 1 Heavy" panose="020B0A00000000000000" charset="-122"/>
              <a:ea typeface="思源黑体 1 Heavy" panose="020B0A00000000000000" charset="-122"/>
              <a:cs typeface="思源黑体 1 Heavy" panose="020B0A00000000000000" charset="-122"/>
              <a:sym typeface="思源黑体 1 Heavy" panose="020B0A00000000000000" charset="-122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028264" y="2719696"/>
            <a:ext cx="6273327" cy="6291618"/>
          </a:xfrm>
          <a:custGeom>
            <a:avLst/>
            <a:gdLst/>
            <a:ahLst/>
            <a:cxnLst/>
            <a:rect l="l" t="t" r="r" b="b"/>
            <a:pathLst>
              <a:path w="6273327" h="6291618">
                <a:moveTo>
                  <a:pt x="0" y="0"/>
                </a:moveTo>
                <a:lnTo>
                  <a:pt x="6273327" y="0"/>
                </a:lnTo>
                <a:lnTo>
                  <a:pt x="6273327" y="6291618"/>
                </a:lnTo>
                <a:lnTo>
                  <a:pt x="0" y="6291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 rot="0">
            <a:off x="6066941" y="2759871"/>
            <a:ext cx="6154118" cy="615411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1007773" y="3346115"/>
            <a:ext cx="5020491" cy="5038781"/>
          </a:xfrm>
          <a:custGeom>
            <a:avLst/>
            <a:gdLst/>
            <a:ahLst/>
            <a:cxnLst/>
            <a:rect l="l" t="t" r="r" b="b"/>
            <a:pathLst>
              <a:path w="5020491" h="5038781">
                <a:moveTo>
                  <a:pt x="0" y="0"/>
                </a:moveTo>
                <a:lnTo>
                  <a:pt x="5020491" y="0"/>
                </a:lnTo>
                <a:lnTo>
                  <a:pt x="5020491" y="5038781"/>
                </a:lnTo>
                <a:lnTo>
                  <a:pt x="0" y="50387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259736" y="3346115"/>
            <a:ext cx="5020491" cy="5038781"/>
          </a:xfrm>
          <a:custGeom>
            <a:avLst/>
            <a:gdLst/>
            <a:ahLst/>
            <a:cxnLst/>
            <a:rect l="l" t="t" r="r" b="b"/>
            <a:pathLst>
              <a:path w="5020491" h="5038781">
                <a:moveTo>
                  <a:pt x="0" y="0"/>
                </a:moveTo>
                <a:lnTo>
                  <a:pt x="5020491" y="0"/>
                </a:lnTo>
                <a:lnTo>
                  <a:pt x="5020491" y="5038781"/>
                </a:lnTo>
                <a:lnTo>
                  <a:pt x="0" y="50387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278439" y="4262276"/>
            <a:ext cx="479158" cy="497239"/>
          </a:xfrm>
          <a:custGeom>
            <a:avLst/>
            <a:gdLst/>
            <a:ahLst/>
            <a:cxnLst/>
            <a:rect l="l" t="t" r="r" b="b"/>
            <a:pathLst>
              <a:path w="479158" h="497239">
                <a:moveTo>
                  <a:pt x="0" y="0"/>
                </a:moveTo>
                <a:lnTo>
                  <a:pt x="479158" y="0"/>
                </a:lnTo>
                <a:lnTo>
                  <a:pt x="479158" y="497239"/>
                </a:lnTo>
                <a:lnTo>
                  <a:pt x="0" y="4972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456209" y="4179657"/>
            <a:ext cx="627546" cy="662477"/>
          </a:xfrm>
          <a:custGeom>
            <a:avLst/>
            <a:gdLst/>
            <a:ahLst/>
            <a:cxnLst/>
            <a:rect l="l" t="t" r="r" b="b"/>
            <a:pathLst>
              <a:path w="627546" h="662477">
                <a:moveTo>
                  <a:pt x="0" y="0"/>
                </a:moveTo>
                <a:lnTo>
                  <a:pt x="627546" y="0"/>
                </a:lnTo>
                <a:lnTo>
                  <a:pt x="627546" y="662477"/>
                </a:lnTo>
                <a:lnTo>
                  <a:pt x="0" y="6624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874607" y="3742518"/>
            <a:ext cx="580641" cy="497239"/>
          </a:xfrm>
          <a:custGeom>
            <a:avLst/>
            <a:gdLst/>
            <a:ahLst/>
            <a:cxnLst/>
            <a:rect l="l" t="t" r="r" b="b"/>
            <a:pathLst>
              <a:path w="580641" h="497239">
                <a:moveTo>
                  <a:pt x="0" y="0"/>
                </a:moveTo>
                <a:lnTo>
                  <a:pt x="580641" y="0"/>
                </a:lnTo>
                <a:lnTo>
                  <a:pt x="580641" y="497240"/>
                </a:lnTo>
                <a:lnTo>
                  <a:pt x="0" y="4972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976152" y="5036932"/>
            <a:ext cx="4377551" cy="2515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，可以是演示，演讲，报告等。大部分时间，它们都是在为观众服务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325746" y="4461574"/>
            <a:ext cx="367836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810189" y="5461365"/>
            <a:ext cx="3415658" cy="1791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78837" y="4886007"/>
            <a:ext cx="367836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062153" y="5461365"/>
            <a:ext cx="3415658" cy="1791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930801" y="4886007"/>
            <a:ext cx="367836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15781094" y="781541"/>
            <a:ext cx="993897" cy="1007339"/>
          </a:xfrm>
          <a:custGeom>
            <a:avLst/>
            <a:gdLst/>
            <a:ahLst/>
            <a:cxnLst/>
            <a:rect l="l" t="t" r="r" b="b"/>
            <a:pathLst>
              <a:path w="993897" h="1007339">
                <a:moveTo>
                  <a:pt x="0" y="0"/>
                </a:moveTo>
                <a:lnTo>
                  <a:pt x="993897" y="0"/>
                </a:lnTo>
                <a:lnTo>
                  <a:pt x="993897" y="1007339"/>
                </a:lnTo>
                <a:lnTo>
                  <a:pt x="0" y="10073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r="-198299" b="-115643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0148" y="-1522608"/>
            <a:ext cx="3410105" cy="3350177"/>
          </a:xfrm>
          <a:custGeom>
            <a:avLst/>
            <a:gdLst/>
            <a:ahLst/>
            <a:cxnLst/>
            <a:rect l="l" t="t" r="r" b="b"/>
            <a:pathLst>
              <a:path w="3410105" h="3350177">
                <a:moveTo>
                  <a:pt x="0" y="0"/>
                </a:moveTo>
                <a:lnTo>
                  <a:pt x="3410106" y="0"/>
                </a:lnTo>
                <a:lnTo>
                  <a:pt x="3410106" y="3350177"/>
                </a:lnTo>
                <a:lnTo>
                  <a:pt x="0" y="335017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-827825" y="-980250"/>
            <a:ext cx="2265461" cy="226546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6278042" y="8459431"/>
            <a:ext cx="3410105" cy="3350177"/>
          </a:xfrm>
          <a:custGeom>
            <a:avLst/>
            <a:gdLst/>
            <a:ahLst/>
            <a:cxnLst/>
            <a:rect l="l" t="t" r="r" b="b"/>
            <a:pathLst>
              <a:path w="3410105" h="3350177">
                <a:moveTo>
                  <a:pt x="0" y="0"/>
                </a:moveTo>
                <a:lnTo>
                  <a:pt x="3410106" y="0"/>
                </a:lnTo>
                <a:lnTo>
                  <a:pt x="3410106" y="3350177"/>
                </a:lnTo>
                <a:lnTo>
                  <a:pt x="0" y="335017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16850365" y="9001789"/>
            <a:ext cx="2265461" cy="226546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Freeform 10"/>
          <p:cNvSpPr/>
          <p:nvPr/>
        </p:nvSpPr>
        <p:spPr>
          <a:xfrm>
            <a:off x="2131567" y="2980500"/>
            <a:ext cx="3963358" cy="1189795"/>
          </a:xfrm>
          <a:custGeom>
            <a:avLst/>
            <a:gdLst/>
            <a:ahLst/>
            <a:cxnLst/>
            <a:rect l="l" t="t" r="r" b="b"/>
            <a:pathLst>
              <a:path w="3963358" h="1189795">
                <a:moveTo>
                  <a:pt x="0" y="0"/>
                </a:moveTo>
                <a:lnTo>
                  <a:pt x="3963358" y="0"/>
                </a:lnTo>
                <a:lnTo>
                  <a:pt x="3963358" y="1189795"/>
                </a:lnTo>
                <a:lnTo>
                  <a:pt x="0" y="1189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180752" y="4183063"/>
            <a:ext cx="3864987" cy="106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2516981" y="3312162"/>
            <a:ext cx="3192531" cy="507421"/>
            <a:chOff x="0" y="0"/>
            <a:chExt cx="1416236" cy="22509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16236" cy="225097"/>
            </a:xfrm>
            <a:custGeom>
              <a:avLst/>
              <a:gdLst/>
              <a:ahLst/>
              <a:cxnLst/>
              <a:rect l="l" t="t" r="r" b="b"/>
              <a:pathLst>
                <a:path w="1416236" h="225097">
                  <a:moveTo>
                    <a:pt x="112548" y="0"/>
                  </a:moveTo>
                  <a:lnTo>
                    <a:pt x="1303688" y="0"/>
                  </a:lnTo>
                  <a:cubicBezTo>
                    <a:pt x="1333537" y="0"/>
                    <a:pt x="1362164" y="11858"/>
                    <a:pt x="1383271" y="32965"/>
                  </a:cubicBezTo>
                  <a:cubicBezTo>
                    <a:pt x="1404378" y="54072"/>
                    <a:pt x="1416236" y="82699"/>
                    <a:pt x="1416236" y="112548"/>
                  </a:cubicBezTo>
                  <a:lnTo>
                    <a:pt x="1416236" y="112548"/>
                  </a:lnTo>
                  <a:cubicBezTo>
                    <a:pt x="1416236" y="174707"/>
                    <a:pt x="1365846" y="225097"/>
                    <a:pt x="1303688" y="225097"/>
                  </a:cubicBezTo>
                  <a:lnTo>
                    <a:pt x="112548" y="225097"/>
                  </a:lnTo>
                  <a:cubicBezTo>
                    <a:pt x="82699" y="225097"/>
                    <a:pt x="54072" y="213239"/>
                    <a:pt x="32965" y="192132"/>
                  </a:cubicBezTo>
                  <a:cubicBezTo>
                    <a:pt x="11858" y="171025"/>
                    <a:pt x="0" y="142398"/>
                    <a:pt x="0" y="112548"/>
                  </a:cubicBezTo>
                  <a:lnTo>
                    <a:pt x="0" y="112548"/>
                  </a:lnTo>
                  <a:cubicBezTo>
                    <a:pt x="0" y="82699"/>
                    <a:pt x="11858" y="54072"/>
                    <a:pt x="32965" y="32965"/>
                  </a:cubicBezTo>
                  <a:cubicBezTo>
                    <a:pt x="54072" y="11858"/>
                    <a:pt x="82699" y="0"/>
                    <a:pt x="112548" y="0"/>
                  </a:cubicBezTo>
                  <a:close/>
                </a:path>
              </a:pathLst>
            </a:custGeom>
            <a:solidFill>
              <a:srgbClr val="5182F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416236" cy="225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892338" y="3244648"/>
            <a:ext cx="2441817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0"/>
              </a:lnSpc>
            </a:pPr>
            <a:r>
              <a:rPr lang="en-US" sz="2800" b="1">
                <a:solidFill>
                  <a:srgbClr val="FFFFFF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FFFFFF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7162321" y="2980500"/>
            <a:ext cx="3963358" cy="1189795"/>
          </a:xfrm>
          <a:custGeom>
            <a:avLst/>
            <a:gdLst/>
            <a:ahLst/>
            <a:cxnLst/>
            <a:rect l="l" t="t" r="r" b="b"/>
            <a:pathLst>
              <a:path w="3963358" h="1189795">
                <a:moveTo>
                  <a:pt x="0" y="0"/>
                </a:moveTo>
                <a:lnTo>
                  <a:pt x="3963358" y="0"/>
                </a:lnTo>
                <a:lnTo>
                  <a:pt x="3963358" y="1189795"/>
                </a:lnTo>
                <a:lnTo>
                  <a:pt x="0" y="1189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211506" y="4183063"/>
            <a:ext cx="3864987" cy="106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923092" y="3244648"/>
            <a:ext cx="2441817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12193075" y="2980500"/>
            <a:ext cx="3963358" cy="1189795"/>
          </a:xfrm>
          <a:custGeom>
            <a:avLst/>
            <a:gdLst/>
            <a:ahLst/>
            <a:cxnLst/>
            <a:rect l="l" t="t" r="r" b="b"/>
            <a:pathLst>
              <a:path w="3963358" h="1189795">
                <a:moveTo>
                  <a:pt x="0" y="0"/>
                </a:moveTo>
                <a:lnTo>
                  <a:pt x="3963358" y="0"/>
                </a:lnTo>
                <a:lnTo>
                  <a:pt x="3963358" y="1189795"/>
                </a:lnTo>
                <a:lnTo>
                  <a:pt x="0" y="1189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2242260" y="4183063"/>
            <a:ext cx="3864987" cy="106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grpSp>
        <p:nvGrpSpPr>
          <p:cNvPr id="21" name="Group 21"/>
          <p:cNvGrpSpPr/>
          <p:nvPr/>
        </p:nvGrpSpPr>
        <p:grpSpPr>
          <a:xfrm rot="0">
            <a:off x="12578489" y="3312162"/>
            <a:ext cx="3192531" cy="507421"/>
            <a:chOff x="0" y="0"/>
            <a:chExt cx="1416236" cy="22509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16236" cy="225097"/>
            </a:xfrm>
            <a:custGeom>
              <a:avLst/>
              <a:gdLst/>
              <a:ahLst/>
              <a:cxnLst/>
              <a:rect l="l" t="t" r="r" b="b"/>
              <a:pathLst>
                <a:path w="1416236" h="225097">
                  <a:moveTo>
                    <a:pt x="112548" y="0"/>
                  </a:moveTo>
                  <a:lnTo>
                    <a:pt x="1303688" y="0"/>
                  </a:lnTo>
                  <a:cubicBezTo>
                    <a:pt x="1333537" y="0"/>
                    <a:pt x="1362164" y="11858"/>
                    <a:pt x="1383271" y="32965"/>
                  </a:cubicBezTo>
                  <a:cubicBezTo>
                    <a:pt x="1404378" y="54072"/>
                    <a:pt x="1416236" y="82699"/>
                    <a:pt x="1416236" y="112548"/>
                  </a:cubicBezTo>
                  <a:lnTo>
                    <a:pt x="1416236" y="112548"/>
                  </a:lnTo>
                  <a:cubicBezTo>
                    <a:pt x="1416236" y="174707"/>
                    <a:pt x="1365846" y="225097"/>
                    <a:pt x="1303688" y="225097"/>
                  </a:cubicBezTo>
                  <a:lnTo>
                    <a:pt x="112548" y="225097"/>
                  </a:lnTo>
                  <a:cubicBezTo>
                    <a:pt x="82699" y="225097"/>
                    <a:pt x="54072" y="213239"/>
                    <a:pt x="32965" y="192132"/>
                  </a:cubicBezTo>
                  <a:cubicBezTo>
                    <a:pt x="11858" y="171025"/>
                    <a:pt x="0" y="142398"/>
                    <a:pt x="0" y="112548"/>
                  </a:cubicBezTo>
                  <a:lnTo>
                    <a:pt x="0" y="112548"/>
                  </a:lnTo>
                  <a:cubicBezTo>
                    <a:pt x="0" y="82699"/>
                    <a:pt x="11858" y="54072"/>
                    <a:pt x="32965" y="32965"/>
                  </a:cubicBezTo>
                  <a:cubicBezTo>
                    <a:pt x="54072" y="11858"/>
                    <a:pt x="82699" y="0"/>
                    <a:pt x="112548" y="0"/>
                  </a:cubicBezTo>
                  <a:close/>
                </a:path>
              </a:pathLst>
            </a:custGeom>
            <a:solidFill>
              <a:srgbClr val="5182F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1416236" cy="225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953846" y="3244648"/>
            <a:ext cx="2441817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0"/>
              </a:lnSpc>
            </a:pPr>
            <a:r>
              <a:rPr lang="en-US" sz="2800" b="1">
                <a:solidFill>
                  <a:srgbClr val="FFFFFF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FFFFFF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2131567" y="6145373"/>
            <a:ext cx="3963358" cy="1189795"/>
          </a:xfrm>
          <a:custGeom>
            <a:avLst/>
            <a:gdLst/>
            <a:ahLst/>
            <a:cxnLst/>
            <a:rect l="l" t="t" r="r" b="b"/>
            <a:pathLst>
              <a:path w="3963358" h="1189795">
                <a:moveTo>
                  <a:pt x="0" y="0"/>
                </a:moveTo>
                <a:lnTo>
                  <a:pt x="3963358" y="0"/>
                </a:lnTo>
                <a:lnTo>
                  <a:pt x="3963358" y="1189796"/>
                </a:lnTo>
                <a:lnTo>
                  <a:pt x="0" y="1189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2180752" y="7347937"/>
            <a:ext cx="3864987" cy="106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892338" y="6409522"/>
            <a:ext cx="2441817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7162321" y="6145373"/>
            <a:ext cx="3963358" cy="1189795"/>
          </a:xfrm>
          <a:custGeom>
            <a:avLst/>
            <a:gdLst/>
            <a:ahLst/>
            <a:cxnLst/>
            <a:rect l="l" t="t" r="r" b="b"/>
            <a:pathLst>
              <a:path w="3963358" h="1189795">
                <a:moveTo>
                  <a:pt x="0" y="0"/>
                </a:moveTo>
                <a:lnTo>
                  <a:pt x="3963358" y="0"/>
                </a:lnTo>
                <a:lnTo>
                  <a:pt x="3963358" y="1189796"/>
                </a:lnTo>
                <a:lnTo>
                  <a:pt x="0" y="1189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7211506" y="7347937"/>
            <a:ext cx="3864987" cy="106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grpSp>
        <p:nvGrpSpPr>
          <p:cNvPr id="30" name="Group 30"/>
          <p:cNvGrpSpPr/>
          <p:nvPr/>
        </p:nvGrpSpPr>
        <p:grpSpPr>
          <a:xfrm rot="0">
            <a:off x="7547735" y="6477036"/>
            <a:ext cx="3192531" cy="507421"/>
            <a:chOff x="0" y="0"/>
            <a:chExt cx="1416236" cy="22509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16236" cy="225097"/>
            </a:xfrm>
            <a:custGeom>
              <a:avLst/>
              <a:gdLst/>
              <a:ahLst/>
              <a:cxnLst/>
              <a:rect l="l" t="t" r="r" b="b"/>
              <a:pathLst>
                <a:path w="1416236" h="225097">
                  <a:moveTo>
                    <a:pt x="112548" y="0"/>
                  </a:moveTo>
                  <a:lnTo>
                    <a:pt x="1303688" y="0"/>
                  </a:lnTo>
                  <a:cubicBezTo>
                    <a:pt x="1333537" y="0"/>
                    <a:pt x="1362164" y="11858"/>
                    <a:pt x="1383271" y="32965"/>
                  </a:cubicBezTo>
                  <a:cubicBezTo>
                    <a:pt x="1404378" y="54072"/>
                    <a:pt x="1416236" y="82699"/>
                    <a:pt x="1416236" y="112548"/>
                  </a:cubicBezTo>
                  <a:lnTo>
                    <a:pt x="1416236" y="112548"/>
                  </a:lnTo>
                  <a:cubicBezTo>
                    <a:pt x="1416236" y="174707"/>
                    <a:pt x="1365846" y="225097"/>
                    <a:pt x="1303688" y="225097"/>
                  </a:cubicBezTo>
                  <a:lnTo>
                    <a:pt x="112548" y="225097"/>
                  </a:lnTo>
                  <a:cubicBezTo>
                    <a:pt x="82699" y="225097"/>
                    <a:pt x="54072" y="213239"/>
                    <a:pt x="32965" y="192132"/>
                  </a:cubicBezTo>
                  <a:cubicBezTo>
                    <a:pt x="11858" y="171025"/>
                    <a:pt x="0" y="142398"/>
                    <a:pt x="0" y="112548"/>
                  </a:cubicBezTo>
                  <a:lnTo>
                    <a:pt x="0" y="112548"/>
                  </a:lnTo>
                  <a:cubicBezTo>
                    <a:pt x="0" y="82699"/>
                    <a:pt x="11858" y="54072"/>
                    <a:pt x="32965" y="32965"/>
                  </a:cubicBezTo>
                  <a:cubicBezTo>
                    <a:pt x="54072" y="11858"/>
                    <a:pt x="82699" y="0"/>
                    <a:pt x="112548" y="0"/>
                  </a:cubicBezTo>
                  <a:close/>
                </a:path>
              </a:pathLst>
            </a:custGeom>
            <a:solidFill>
              <a:srgbClr val="5182F9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1416236" cy="225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923092" y="6409522"/>
            <a:ext cx="2441817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0"/>
              </a:lnSpc>
            </a:pPr>
            <a:r>
              <a:rPr lang="en-US" sz="2800" b="1">
                <a:solidFill>
                  <a:srgbClr val="FFFFFF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FFFFFF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12193075" y="6145373"/>
            <a:ext cx="3963358" cy="1189795"/>
          </a:xfrm>
          <a:custGeom>
            <a:avLst/>
            <a:gdLst/>
            <a:ahLst/>
            <a:cxnLst/>
            <a:rect l="l" t="t" r="r" b="b"/>
            <a:pathLst>
              <a:path w="3963358" h="1189795">
                <a:moveTo>
                  <a:pt x="0" y="0"/>
                </a:moveTo>
                <a:lnTo>
                  <a:pt x="3963358" y="0"/>
                </a:lnTo>
                <a:lnTo>
                  <a:pt x="3963358" y="1189796"/>
                </a:lnTo>
                <a:lnTo>
                  <a:pt x="0" y="1189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2242260" y="7347937"/>
            <a:ext cx="3864987" cy="106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2953846" y="6409522"/>
            <a:ext cx="2441817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grpSp>
        <p:nvGrpSpPr>
          <p:cNvPr id="38" name="Group 38"/>
          <p:cNvGrpSpPr/>
          <p:nvPr/>
        </p:nvGrpSpPr>
        <p:grpSpPr>
          <a:xfrm rot="0">
            <a:off x="3941219" y="5630938"/>
            <a:ext cx="285750" cy="285750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2F9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id="41" name="Group 41"/>
          <p:cNvGrpSpPr/>
          <p:nvPr/>
        </p:nvGrpSpPr>
        <p:grpSpPr>
          <a:xfrm rot="0">
            <a:off x="8971973" y="5630938"/>
            <a:ext cx="285750" cy="285750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2F9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id="44" name="Group 44"/>
          <p:cNvGrpSpPr/>
          <p:nvPr/>
        </p:nvGrpSpPr>
        <p:grpSpPr>
          <a:xfrm rot="0">
            <a:off x="14002727" y="5630938"/>
            <a:ext cx="285750" cy="285750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2F9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5646537" y="796028"/>
            <a:ext cx="6994926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1">
                <a:solidFill>
                  <a:srgbClr val="5182F9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点击输入文本</a:t>
            </a:r>
            <a:endParaRPr lang="en-US" sz="5200" b="1">
              <a:solidFill>
                <a:srgbClr val="5182F9"/>
              </a:solidFill>
              <a:latin typeface="思源黑体 1 Heavy" panose="020B0A00000000000000" charset="-122"/>
              <a:ea typeface="思源黑体 1 Heavy" panose="020B0A00000000000000" charset="-122"/>
              <a:cs typeface="思源黑体 1 Heavy" panose="020B0A00000000000000" charset="-122"/>
              <a:sym typeface="思源黑体 1 Heavy" panose="020B0A00000000000000" charset="-122"/>
            </a:endParaRPr>
          </a:p>
        </p:txBody>
      </p:sp>
      <p:sp>
        <p:nvSpPr>
          <p:cNvPr id="48" name="Freeform 48"/>
          <p:cNvSpPr/>
          <p:nvPr/>
        </p:nvSpPr>
        <p:spPr>
          <a:xfrm>
            <a:off x="15781094" y="781541"/>
            <a:ext cx="993897" cy="1007339"/>
          </a:xfrm>
          <a:custGeom>
            <a:avLst/>
            <a:gdLst/>
            <a:ahLst/>
            <a:cxnLst/>
            <a:rect l="l" t="t" r="r" b="b"/>
            <a:pathLst>
              <a:path w="993897" h="1007339">
                <a:moveTo>
                  <a:pt x="0" y="0"/>
                </a:moveTo>
                <a:lnTo>
                  <a:pt x="993897" y="0"/>
                </a:lnTo>
                <a:lnTo>
                  <a:pt x="993897" y="1007339"/>
                </a:lnTo>
                <a:lnTo>
                  <a:pt x="0" y="100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98299" b="-115643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46537" y="796028"/>
            <a:ext cx="6994926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1">
                <a:solidFill>
                  <a:srgbClr val="5182F9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点击输入文本</a:t>
            </a:r>
            <a:endParaRPr lang="en-US" sz="5200" b="1">
              <a:solidFill>
                <a:srgbClr val="5182F9"/>
              </a:solidFill>
              <a:latin typeface="思源黑体 1 Heavy" panose="020B0A00000000000000" charset="-122"/>
              <a:ea typeface="思源黑体 1 Heavy" panose="020B0A00000000000000" charset="-122"/>
              <a:cs typeface="思源黑体 1 Heavy" panose="020B0A00000000000000" charset="-122"/>
              <a:sym typeface="思源黑体 1 Heavy" panose="020B0A00000000000000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1400148" y="-1522608"/>
            <a:ext cx="3410105" cy="3350177"/>
          </a:xfrm>
          <a:custGeom>
            <a:avLst/>
            <a:gdLst/>
            <a:ahLst/>
            <a:cxnLst/>
            <a:rect l="l" t="t" r="r" b="b"/>
            <a:pathLst>
              <a:path w="3410105" h="3350177">
                <a:moveTo>
                  <a:pt x="0" y="0"/>
                </a:moveTo>
                <a:lnTo>
                  <a:pt x="3410106" y="0"/>
                </a:lnTo>
                <a:lnTo>
                  <a:pt x="3410106" y="3350177"/>
                </a:lnTo>
                <a:lnTo>
                  <a:pt x="0" y="335017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-827825" y="-980250"/>
            <a:ext cx="2265461" cy="226546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" name="Freeform 7"/>
          <p:cNvSpPr/>
          <p:nvPr/>
        </p:nvSpPr>
        <p:spPr>
          <a:xfrm>
            <a:off x="16278042" y="8459431"/>
            <a:ext cx="3410105" cy="3350177"/>
          </a:xfrm>
          <a:custGeom>
            <a:avLst/>
            <a:gdLst/>
            <a:ahLst/>
            <a:cxnLst/>
            <a:rect l="l" t="t" r="r" b="b"/>
            <a:pathLst>
              <a:path w="3410105" h="3350177">
                <a:moveTo>
                  <a:pt x="0" y="0"/>
                </a:moveTo>
                <a:lnTo>
                  <a:pt x="3410106" y="0"/>
                </a:lnTo>
                <a:lnTo>
                  <a:pt x="3410106" y="3350177"/>
                </a:lnTo>
                <a:lnTo>
                  <a:pt x="0" y="335017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0">
            <a:off x="16850365" y="9001789"/>
            <a:ext cx="2265461" cy="226546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2265296" y="2723205"/>
            <a:ext cx="14613378" cy="2780017"/>
          </a:xfrm>
          <a:custGeom>
            <a:avLst/>
            <a:gdLst/>
            <a:ahLst/>
            <a:cxnLst/>
            <a:rect l="l" t="t" r="r" b="b"/>
            <a:pathLst>
              <a:path w="14613378" h="2780017">
                <a:moveTo>
                  <a:pt x="0" y="0"/>
                </a:moveTo>
                <a:lnTo>
                  <a:pt x="14613378" y="0"/>
                </a:lnTo>
                <a:lnTo>
                  <a:pt x="14613378" y="2780017"/>
                </a:lnTo>
                <a:lnTo>
                  <a:pt x="0" y="2780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56685" y="2407710"/>
            <a:ext cx="3365283" cy="3411008"/>
          </a:xfrm>
          <a:custGeom>
            <a:avLst/>
            <a:gdLst/>
            <a:ahLst/>
            <a:cxnLst/>
            <a:rect l="l" t="t" r="r" b="b"/>
            <a:pathLst>
              <a:path w="3365283" h="3411008">
                <a:moveTo>
                  <a:pt x="0" y="0"/>
                </a:moveTo>
                <a:lnTo>
                  <a:pt x="3365283" y="0"/>
                </a:lnTo>
                <a:lnTo>
                  <a:pt x="3365283" y="3411007"/>
                </a:lnTo>
                <a:lnTo>
                  <a:pt x="0" y="3411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105656" y="3819296"/>
            <a:ext cx="10456884" cy="106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可以是演示，演讲，报告等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105656" y="3253463"/>
            <a:ext cx="367836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763" y="2991800"/>
            <a:ext cx="2357129" cy="1374992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308006" y="4276899"/>
            <a:ext cx="1662641" cy="760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4340" b="1">
                <a:solidFill>
                  <a:srgbClr val="5182F9"/>
                </a:solidFill>
                <a:latin typeface="Times New Roman Medium" panose="02030502070405020303"/>
                <a:ea typeface="Times New Roman Medium" panose="02030502070405020303"/>
                <a:cs typeface="Times New Roman Medium" panose="02030502070405020303"/>
                <a:sym typeface="Times New Roman Medium" panose="02030502070405020303"/>
              </a:rPr>
              <a:t>68%</a:t>
            </a:r>
            <a:endParaRPr lang="en-US" sz="4340" b="1">
              <a:solidFill>
                <a:srgbClr val="5182F9"/>
              </a:solidFill>
              <a:latin typeface="Times New Roman Medium" panose="02030502070405020303"/>
              <a:ea typeface="Times New Roman Medium" panose="02030502070405020303"/>
              <a:cs typeface="Times New Roman Medium" panose="02030502070405020303"/>
              <a:sym typeface="Times New Roman Medium" panose="02030502070405020303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2265296" y="6134212"/>
            <a:ext cx="14613378" cy="2780017"/>
          </a:xfrm>
          <a:custGeom>
            <a:avLst/>
            <a:gdLst/>
            <a:ahLst/>
            <a:cxnLst/>
            <a:rect l="l" t="t" r="r" b="b"/>
            <a:pathLst>
              <a:path w="14613378" h="2780017">
                <a:moveTo>
                  <a:pt x="0" y="0"/>
                </a:moveTo>
                <a:lnTo>
                  <a:pt x="14613378" y="0"/>
                </a:lnTo>
                <a:lnTo>
                  <a:pt x="14613378" y="2780018"/>
                </a:lnTo>
                <a:lnTo>
                  <a:pt x="0" y="2780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56685" y="5818717"/>
            <a:ext cx="3365283" cy="3411008"/>
          </a:xfrm>
          <a:custGeom>
            <a:avLst/>
            <a:gdLst/>
            <a:ahLst/>
            <a:cxnLst/>
            <a:rect l="l" t="t" r="r" b="b"/>
            <a:pathLst>
              <a:path w="3365283" h="3411008">
                <a:moveTo>
                  <a:pt x="0" y="0"/>
                </a:moveTo>
                <a:lnTo>
                  <a:pt x="3365283" y="0"/>
                </a:lnTo>
                <a:lnTo>
                  <a:pt x="3365283" y="3411008"/>
                </a:lnTo>
                <a:lnTo>
                  <a:pt x="0" y="3411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105656" y="7230304"/>
            <a:ext cx="10456884" cy="106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可以是演示，演讲，报告等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105656" y="6664471"/>
            <a:ext cx="367836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763" y="6402807"/>
            <a:ext cx="2357129" cy="1374992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2308006" y="7687906"/>
            <a:ext cx="1662641" cy="760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4340" b="1">
                <a:solidFill>
                  <a:srgbClr val="5182F9"/>
                </a:solidFill>
                <a:latin typeface="Times New Roman Medium" panose="02030502070405020303"/>
                <a:ea typeface="Times New Roman Medium" panose="02030502070405020303"/>
                <a:cs typeface="Times New Roman Medium" panose="02030502070405020303"/>
                <a:sym typeface="Times New Roman Medium" panose="02030502070405020303"/>
              </a:rPr>
              <a:t>99%</a:t>
            </a:r>
            <a:endParaRPr lang="en-US" sz="4340" b="1">
              <a:solidFill>
                <a:srgbClr val="5182F9"/>
              </a:solidFill>
              <a:latin typeface="Times New Roman Medium" panose="02030502070405020303"/>
              <a:ea typeface="Times New Roman Medium" panose="02030502070405020303"/>
              <a:cs typeface="Times New Roman Medium" panose="02030502070405020303"/>
              <a:sym typeface="Times New Roman Medium" panose="02030502070405020303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15781094" y="781541"/>
            <a:ext cx="993897" cy="1007339"/>
          </a:xfrm>
          <a:custGeom>
            <a:avLst/>
            <a:gdLst/>
            <a:ahLst/>
            <a:cxnLst/>
            <a:rect l="l" t="t" r="r" b="b"/>
            <a:pathLst>
              <a:path w="993897" h="1007339">
                <a:moveTo>
                  <a:pt x="0" y="0"/>
                </a:moveTo>
                <a:lnTo>
                  <a:pt x="993897" y="0"/>
                </a:lnTo>
                <a:lnTo>
                  <a:pt x="993897" y="1007339"/>
                </a:lnTo>
                <a:lnTo>
                  <a:pt x="0" y="10073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98299" b="-115643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46537" y="796028"/>
            <a:ext cx="6994926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1">
                <a:solidFill>
                  <a:srgbClr val="5182F9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点击输入文本</a:t>
            </a:r>
            <a:endParaRPr lang="en-US" sz="5200" b="1">
              <a:solidFill>
                <a:srgbClr val="5182F9"/>
              </a:solidFill>
              <a:latin typeface="思源黑体 1 Heavy" panose="020B0A00000000000000" charset="-122"/>
              <a:ea typeface="思源黑体 1 Heavy" panose="020B0A00000000000000" charset="-122"/>
              <a:cs typeface="思源黑体 1 Heavy" panose="020B0A00000000000000" charset="-122"/>
              <a:sym typeface="思源黑体 1 Heavy" panose="020B0A00000000000000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1400148" y="-1522608"/>
            <a:ext cx="3410105" cy="3350177"/>
          </a:xfrm>
          <a:custGeom>
            <a:avLst/>
            <a:gdLst/>
            <a:ahLst/>
            <a:cxnLst/>
            <a:rect l="l" t="t" r="r" b="b"/>
            <a:pathLst>
              <a:path w="3410105" h="3350177">
                <a:moveTo>
                  <a:pt x="0" y="0"/>
                </a:moveTo>
                <a:lnTo>
                  <a:pt x="3410106" y="0"/>
                </a:lnTo>
                <a:lnTo>
                  <a:pt x="3410106" y="3350177"/>
                </a:lnTo>
                <a:lnTo>
                  <a:pt x="0" y="335017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-827825" y="-980250"/>
            <a:ext cx="2265461" cy="226546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" name="Freeform 7"/>
          <p:cNvSpPr/>
          <p:nvPr/>
        </p:nvSpPr>
        <p:spPr>
          <a:xfrm>
            <a:off x="16278042" y="8459431"/>
            <a:ext cx="3410105" cy="3350177"/>
          </a:xfrm>
          <a:custGeom>
            <a:avLst/>
            <a:gdLst/>
            <a:ahLst/>
            <a:cxnLst/>
            <a:rect l="l" t="t" r="r" b="b"/>
            <a:pathLst>
              <a:path w="3410105" h="3350177">
                <a:moveTo>
                  <a:pt x="0" y="0"/>
                </a:moveTo>
                <a:lnTo>
                  <a:pt x="3410106" y="0"/>
                </a:lnTo>
                <a:lnTo>
                  <a:pt x="3410106" y="3350177"/>
                </a:lnTo>
                <a:lnTo>
                  <a:pt x="0" y="335017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0">
            <a:off x="16850365" y="9001789"/>
            <a:ext cx="2265461" cy="226546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1668301" y="2515650"/>
            <a:ext cx="4783591" cy="3236292"/>
          </a:xfrm>
          <a:custGeom>
            <a:avLst/>
            <a:gdLst/>
            <a:ahLst/>
            <a:cxnLst/>
            <a:rect l="l" t="t" r="r" b="b"/>
            <a:pathLst>
              <a:path w="4783591" h="3236292">
                <a:moveTo>
                  <a:pt x="0" y="0"/>
                </a:moveTo>
                <a:lnTo>
                  <a:pt x="4783591" y="0"/>
                </a:lnTo>
                <a:lnTo>
                  <a:pt x="4783591" y="3236293"/>
                </a:lnTo>
                <a:lnTo>
                  <a:pt x="0" y="323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403007" y="3580028"/>
            <a:ext cx="3375141" cy="142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演示文稿是一种实用的工具，可以是演示，演讲，报告等。大部分时间，它们都是在为观众服务。演示文稿是一种实用的工具。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403007" y="3014195"/>
            <a:ext cx="2643031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752205" y="2515650"/>
            <a:ext cx="4783591" cy="3236292"/>
          </a:xfrm>
          <a:custGeom>
            <a:avLst/>
            <a:gdLst/>
            <a:ahLst/>
            <a:cxnLst/>
            <a:rect l="l" t="t" r="r" b="b"/>
            <a:pathLst>
              <a:path w="4783591" h="3236292">
                <a:moveTo>
                  <a:pt x="0" y="0"/>
                </a:moveTo>
                <a:lnTo>
                  <a:pt x="4783590" y="0"/>
                </a:lnTo>
                <a:lnTo>
                  <a:pt x="4783590" y="3236293"/>
                </a:lnTo>
                <a:lnTo>
                  <a:pt x="0" y="323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486910" y="3580028"/>
            <a:ext cx="3375141" cy="142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演示文稿是一种实用的工具，可以是演示，演讲，报告等。大部分时间，它们都是在为观众服务。演示文稿是一种实用的工具。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486910" y="3014195"/>
            <a:ext cx="2643031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11836108" y="2515650"/>
            <a:ext cx="4783591" cy="3236292"/>
          </a:xfrm>
          <a:custGeom>
            <a:avLst/>
            <a:gdLst/>
            <a:ahLst/>
            <a:cxnLst/>
            <a:rect l="l" t="t" r="r" b="b"/>
            <a:pathLst>
              <a:path w="4783591" h="3236292">
                <a:moveTo>
                  <a:pt x="0" y="0"/>
                </a:moveTo>
                <a:lnTo>
                  <a:pt x="4783591" y="0"/>
                </a:lnTo>
                <a:lnTo>
                  <a:pt x="4783591" y="3236293"/>
                </a:lnTo>
                <a:lnTo>
                  <a:pt x="0" y="323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570814" y="3580028"/>
            <a:ext cx="3375141" cy="142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演示文稿是一种实用的工具，可以是演示，演讲，报告等。大部分时间，它们都是在为观众服务。演示文稿是一种实用的工具。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570814" y="3014195"/>
            <a:ext cx="2643031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28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5781094" y="781541"/>
            <a:ext cx="993897" cy="1007339"/>
          </a:xfrm>
          <a:custGeom>
            <a:avLst/>
            <a:gdLst/>
            <a:ahLst/>
            <a:cxnLst/>
            <a:rect l="l" t="t" r="r" b="b"/>
            <a:pathLst>
              <a:path w="993897" h="1007339">
                <a:moveTo>
                  <a:pt x="0" y="0"/>
                </a:moveTo>
                <a:lnTo>
                  <a:pt x="993897" y="0"/>
                </a:lnTo>
                <a:lnTo>
                  <a:pt x="993897" y="1007339"/>
                </a:lnTo>
                <a:lnTo>
                  <a:pt x="0" y="100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98299" b="-115643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827825" y="-980250"/>
            <a:ext cx="2265461" cy="22654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A0BCFD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6850365" y="9001789"/>
            <a:ext cx="2265461" cy="226546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A0BCFD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911739" y="812651"/>
            <a:ext cx="16464522" cy="8661698"/>
            <a:chOff x="0" y="0"/>
            <a:chExt cx="4336335" cy="22812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36335" cy="2281270"/>
            </a:xfrm>
            <a:custGeom>
              <a:avLst/>
              <a:gdLst/>
              <a:ahLst/>
              <a:cxnLst/>
              <a:rect l="l" t="t" r="r" b="b"/>
              <a:pathLst>
                <a:path w="4336335" h="2281270">
                  <a:moveTo>
                    <a:pt x="0" y="0"/>
                  </a:moveTo>
                  <a:lnTo>
                    <a:pt x="4336335" y="0"/>
                  </a:lnTo>
                  <a:lnTo>
                    <a:pt x="4336335" y="2281270"/>
                  </a:lnTo>
                  <a:lnTo>
                    <a:pt x="0" y="228127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336335" cy="2338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5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1407867" y="1303317"/>
            <a:ext cx="15472267" cy="7680367"/>
            <a:chOff x="0" y="0"/>
            <a:chExt cx="14570172" cy="72325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570171" cy="7232571"/>
            </a:xfrm>
            <a:custGeom>
              <a:avLst/>
              <a:gdLst/>
              <a:ahLst/>
              <a:cxnLst/>
              <a:rect l="l" t="t" r="r" b="b"/>
              <a:pathLst>
                <a:path w="14570171" h="7232571">
                  <a:moveTo>
                    <a:pt x="0" y="0"/>
                  </a:moveTo>
                  <a:lnTo>
                    <a:pt x="14570171" y="0"/>
                  </a:lnTo>
                  <a:lnTo>
                    <a:pt x="14570171" y="7232571"/>
                  </a:lnTo>
                  <a:lnTo>
                    <a:pt x="0" y="72325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4570172" cy="7280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222736" y="3369276"/>
            <a:ext cx="11842527" cy="4687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演示文稿是一种实用的工具可以是演示，演讲，报告等。演示文稿是一种实用的工具，可以是演示，演讲，报告等。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，可以是演示，演讲，报告等。演示文稿是一种实用的工具，可以是演示，演讲，报告等。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，可以是演示，演讲，报告等。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，可以是演示，演讲，报告等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  <a:p>
            <a:pPr algn="just">
              <a:lnSpc>
                <a:spcPts val="2855"/>
              </a:lnSpc>
            </a:pPr>
          </a:p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，可以是演示，演讲报告等。演示文稿是一种实用的工具，可以是演示，演讲，报告等。</a:t>
            </a:r>
            <a:endParaRPr lang="en-US" sz="170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895703" y="1868331"/>
            <a:ext cx="6496594" cy="115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20"/>
              </a:lnSpc>
            </a:pPr>
            <a:r>
              <a:rPr lang="en-US" sz="6295" b="1" spc="1095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参考文献</a:t>
            </a:r>
            <a:endParaRPr lang="en-US" sz="6295" b="1" spc="1095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15233007" y="1545732"/>
            <a:ext cx="993897" cy="1007339"/>
          </a:xfrm>
          <a:custGeom>
            <a:avLst/>
            <a:gdLst/>
            <a:ahLst/>
            <a:cxnLst/>
            <a:rect l="l" t="t" r="r" b="b"/>
            <a:pathLst>
              <a:path w="993897" h="1007339">
                <a:moveTo>
                  <a:pt x="0" y="0"/>
                </a:moveTo>
                <a:lnTo>
                  <a:pt x="993897" y="0"/>
                </a:lnTo>
                <a:lnTo>
                  <a:pt x="993897" y="1007339"/>
                </a:lnTo>
                <a:lnTo>
                  <a:pt x="0" y="100733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r="-198299" b="-115643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618442" y="3989105"/>
            <a:ext cx="15598240" cy="15324122"/>
          </a:xfrm>
          <a:custGeom>
            <a:avLst/>
            <a:gdLst/>
            <a:ahLst/>
            <a:cxnLst/>
            <a:rect l="l" t="t" r="r" b="b"/>
            <a:pathLst>
              <a:path w="15598240" h="15324122">
                <a:moveTo>
                  <a:pt x="0" y="0"/>
                </a:moveTo>
                <a:lnTo>
                  <a:pt x="15598240" y="0"/>
                </a:lnTo>
                <a:lnTo>
                  <a:pt x="15598240" y="15324121"/>
                </a:lnTo>
                <a:lnTo>
                  <a:pt x="0" y="1532412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661778">
            <a:off x="11584035" y="-8406706"/>
            <a:ext cx="15598240" cy="15324122"/>
          </a:xfrm>
          <a:custGeom>
            <a:avLst/>
            <a:gdLst/>
            <a:ahLst/>
            <a:cxnLst/>
            <a:rect l="l" t="t" r="r" b="b"/>
            <a:pathLst>
              <a:path w="15598240" h="15324122">
                <a:moveTo>
                  <a:pt x="0" y="0"/>
                </a:moveTo>
                <a:lnTo>
                  <a:pt x="15598240" y="0"/>
                </a:lnTo>
                <a:lnTo>
                  <a:pt x="15598240" y="15324122"/>
                </a:lnTo>
                <a:lnTo>
                  <a:pt x="0" y="1532412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5734062" y="-4393737"/>
            <a:ext cx="7298185" cy="729818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14325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1674815" y="1670312"/>
            <a:ext cx="1892544" cy="459325"/>
            <a:chOff x="0" y="0"/>
            <a:chExt cx="2523392" cy="612433"/>
          </a:xfrm>
        </p:grpSpPr>
        <p:grpSp>
          <p:nvGrpSpPr>
            <p:cNvPr id="8" name="Group 8"/>
            <p:cNvGrpSpPr/>
            <p:nvPr/>
          </p:nvGrpSpPr>
          <p:grpSpPr>
            <a:xfrm rot="0">
              <a:off x="2150110" y="15258"/>
              <a:ext cx="104832" cy="104832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1881660" y="15258"/>
              <a:ext cx="104832" cy="104832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2418560" y="15258"/>
              <a:ext cx="104832" cy="104832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2150110" y="261430"/>
              <a:ext cx="104832" cy="104832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1881660" y="261430"/>
              <a:ext cx="104832" cy="104832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0">
              <a:off x="2418560" y="261430"/>
              <a:ext cx="104832" cy="104832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0">
              <a:off x="2150110" y="507601"/>
              <a:ext cx="104832" cy="104832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rot="0">
              <a:off x="1881660" y="507601"/>
              <a:ext cx="104832" cy="104832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0">
              <a:off x="2418560" y="507601"/>
              <a:ext cx="104832" cy="104832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0">
              <a:off x="0" y="0"/>
              <a:ext cx="104832" cy="104832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0">
              <a:off x="536900" y="0"/>
              <a:ext cx="104832" cy="104832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0">
              <a:off x="268450" y="0"/>
              <a:ext cx="104832" cy="104832"/>
              <a:chOff x="0" y="0"/>
              <a:chExt cx="812800" cy="812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0">
              <a:off x="1073800" y="0"/>
              <a:ext cx="104832" cy="104832"/>
              <a:chOff x="0" y="0"/>
              <a:chExt cx="812800" cy="8128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0">
              <a:off x="805350" y="0"/>
              <a:ext cx="104832" cy="104832"/>
              <a:chOff x="0" y="0"/>
              <a:chExt cx="812800" cy="8128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0">
              <a:off x="1610700" y="0"/>
              <a:ext cx="104832" cy="104832"/>
              <a:chOff x="0" y="0"/>
              <a:chExt cx="812800" cy="8128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 rot="0">
              <a:off x="1342250" y="0"/>
              <a:ext cx="104832" cy="104832"/>
              <a:chOff x="0" y="0"/>
              <a:chExt cx="812800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0">
              <a:off x="0" y="246171"/>
              <a:ext cx="104832" cy="104832"/>
              <a:chOff x="0" y="0"/>
              <a:chExt cx="812800" cy="8128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0">
              <a:off x="536900" y="246171"/>
              <a:ext cx="104832" cy="104832"/>
              <a:chOff x="0" y="0"/>
              <a:chExt cx="812800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0">
              <a:off x="268450" y="246171"/>
              <a:ext cx="104832" cy="104832"/>
              <a:chOff x="0" y="0"/>
              <a:chExt cx="812800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 rot="0">
              <a:off x="1073800" y="246171"/>
              <a:ext cx="104832" cy="104832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 rot="0">
              <a:off x="805350" y="246171"/>
              <a:ext cx="104832" cy="104832"/>
              <a:chOff x="0" y="0"/>
              <a:chExt cx="812800" cy="8128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 rot="0">
              <a:off x="1610700" y="246171"/>
              <a:ext cx="104832" cy="104832"/>
              <a:chOff x="0" y="0"/>
              <a:chExt cx="812800" cy="8128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 rot="0">
              <a:off x="1342250" y="246171"/>
              <a:ext cx="104832" cy="104832"/>
              <a:chOff x="0" y="0"/>
              <a:chExt cx="812800" cy="81280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 rot="0">
              <a:off x="0" y="492343"/>
              <a:ext cx="104832" cy="104832"/>
              <a:chOff x="0" y="0"/>
              <a:chExt cx="812800" cy="8128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 rot="0">
              <a:off x="536900" y="492343"/>
              <a:ext cx="104832" cy="104832"/>
              <a:chOff x="0" y="0"/>
              <a:chExt cx="812800" cy="81280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 rot="0">
              <a:off x="268450" y="492343"/>
              <a:ext cx="104832" cy="104832"/>
              <a:chOff x="0" y="0"/>
              <a:chExt cx="812800" cy="8128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 rot="0">
              <a:off x="1073800" y="492343"/>
              <a:ext cx="104832" cy="104832"/>
              <a:chOff x="0" y="0"/>
              <a:chExt cx="812800" cy="81280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 rot="0">
              <a:off x="805350" y="492343"/>
              <a:ext cx="104832" cy="104832"/>
              <a:chOff x="0" y="0"/>
              <a:chExt cx="812800" cy="812800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 rot="0">
              <a:off x="1610700" y="492343"/>
              <a:ext cx="104832" cy="104832"/>
              <a:chOff x="0" y="0"/>
              <a:chExt cx="812800" cy="812800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95" name="Group 95"/>
            <p:cNvGrpSpPr/>
            <p:nvPr/>
          </p:nvGrpSpPr>
          <p:grpSpPr>
            <a:xfrm rot="0">
              <a:off x="1342250" y="492343"/>
              <a:ext cx="104832" cy="104832"/>
              <a:chOff x="0" y="0"/>
              <a:chExt cx="812800" cy="812800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</p:grpSp>
      <p:sp>
        <p:nvSpPr>
          <p:cNvPr id="98" name="TextBox 98"/>
          <p:cNvSpPr txBox="1"/>
          <p:nvPr/>
        </p:nvSpPr>
        <p:spPr>
          <a:xfrm>
            <a:off x="6233102" y="6995626"/>
            <a:ext cx="2757449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1E1E1E"/>
                </a:solidFill>
                <a:latin typeface="思源黑体 1 Medium" panose="020B0600000000000000" charset="-122"/>
                <a:ea typeface="思源黑体 1 Medium" panose="020B0600000000000000" charset="-122"/>
                <a:cs typeface="思源黑体 1 Medium" panose="020B0600000000000000" charset="-122"/>
                <a:sym typeface="思源黑体 1 Medium" panose="020B0600000000000000" charset="-122"/>
              </a:rPr>
              <a:t>答辩学生：团团</a:t>
            </a:r>
            <a:endParaRPr lang="en-US" sz="2300" b="1">
              <a:solidFill>
                <a:srgbClr val="1E1E1E"/>
              </a:solidFill>
              <a:latin typeface="思源黑体 1 Medium" panose="020B0600000000000000" charset="-122"/>
              <a:ea typeface="思源黑体 1 Medium" panose="020B0600000000000000" charset="-122"/>
              <a:cs typeface="思源黑体 1 Medium" panose="020B0600000000000000" charset="-122"/>
              <a:sym typeface="思源黑体 1 Medium" panose="020B0600000000000000" charset="-122"/>
            </a:endParaRPr>
          </a:p>
        </p:txBody>
      </p:sp>
      <p:sp>
        <p:nvSpPr>
          <p:cNvPr id="99" name="TextBox 99"/>
          <p:cNvSpPr txBox="1"/>
          <p:nvPr/>
        </p:nvSpPr>
        <p:spPr>
          <a:xfrm>
            <a:off x="9299797" y="6995626"/>
            <a:ext cx="2755100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1E1E1E"/>
                </a:solidFill>
                <a:latin typeface="思源黑体 1 Medium" panose="020B0600000000000000" charset="-122"/>
                <a:ea typeface="思源黑体 1 Medium" panose="020B0600000000000000" charset="-122"/>
                <a:cs typeface="思源黑体 1 Medium" panose="020B0600000000000000" charset="-122"/>
                <a:sym typeface="思源黑体 1 Medium" panose="020B0600000000000000" charset="-122"/>
              </a:rPr>
              <a:t>指导老师：团团</a:t>
            </a:r>
            <a:endParaRPr lang="en-US" sz="2300" b="1">
              <a:solidFill>
                <a:srgbClr val="1E1E1E"/>
              </a:solidFill>
              <a:latin typeface="思源黑体 1 Medium" panose="020B0600000000000000" charset="-122"/>
              <a:ea typeface="思源黑体 1 Medium" panose="020B0600000000000000" charset="-122"/>
              <a:cs typeface="思源黑体 1 Medium" panose="020B0600000000000000" charset="-122"/>
              <a:sym typeface="思源黑体 1 Medium" panose="020B0600000000000000" charset="-122"/>
            </a:endParaRPr>
          </a:p>
        </p:txBody>
      </p:sp>
      <p:sp>
        <p:nvSpPr>
          <p:cNvPr id="100" name="TextBox 100"/>
          <p:cNvSpPr txBox="1"/>
          <p:nvPr/>
        </p:nvSpPr>
        <p:spPr>
          <a:xfrm>
            <a:off x="1969145" y="3642969"/>
            <a:ext cx="14349710" cy="181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85"/>
              </a:lnSpc>
            </a:pPr>
            <a:r>
              <a:rPr lang="zh-CN" altLang="en-US" sz="10745" b="1">
                <a:solidFill>
                  <a:srgbClr val="1E1E1E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敬请批评指正</a:t>
            </a:r>
            <a:endParaRPr lang="zh-CN" altLang="en-US" sz="10745" b="1">
              <a:solidFill>
                <a:srgbClr val="1E1E1E"/>
              </a:solidFill>
              <a:latin typeface="思源黑体 1 Heavy" panose="020B0A00000000000000" charset="-122"/>
              <a:ea typeface="思源黑体 1 Heavy" panose="020B0A00000000000000" charset="-122"/>
              <a:cs typeface="思源黑体 1 Heavy" panose="020B0A00000000000000" charset="-122"/>
              <a:sym typeface="思源黑体 1 Heavy" panose="020B0A00000000000000" charset="-122"/>
            </a:endParaRPr>
          </a:p>
        </p:txBody>
      </p:sp>
      <p:grpSp>
        <p:nvGrpSpPr>
          <p:cNvPr id="101" name="Group 101"/>
          <p:cNvGrpSpPr/>
          <p:nvPr/>
        </p:nvGrpSpPr>
        <p:grpSpPr>
          <a:xfrm rot="0">
            <a:off x="-4468414" y="8002073"/>
            <a:ext cx="7298185" cy="7298185"/>
            <a:chOff x="0" y="0"/>
            <a:chExt cx="812800" cy="81280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14325" cap="sq">
              <a:solidFill>
                <a:srgbClr val="5182F9"/>
              </a:solidFill>
              <a:prstDash val="solid"/>
              <a:miter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04" name="Group 104"/>
          <p:cNvGrpSpPr/>
          <p:nvPr/>
        </p:nvGrpSpPr>
        <p:grpSpPr>
          <a:xfrm rot="0">
            <a:off x="15524466" y="7542748"/>
            <a:ext cx="1892544" cy="459325"/>
            <a:chOff x="0" y="0"/>
            <a:chExt cx="2523392" cy="612433"/>
          </a:xfrm>
        </p:grpSpPr>
        <p:grpSp>
          <p:nvGrpSpPr>
            <p:cNvPr id="105" name="Group 105"/>
            <p:cNvGrpSpPr/>
            <p:nvPr/>
          </p:nvGrpSpPr>
          <p:grpSpPr>
            <a:xfrm rot="0">
              <a:off x="2150110" y="15258"/>
              <a:ext cx="104832" cy="104832"/>
              <a:chOff x="0" y="0"/>
              <a:chExt cx="812800" cy="812800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07" name="TextBox 10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08" name="Group 108"/>
            <p:cNvGrpSpPr/>
            <p:nvPr/>
          </p:nvGrpSpPr>
          <p:grpSpPr>
            <a:xfrm rot="0">
              <a:off x="1881660" y="15258"/>
              <a:ext cx="104832" cy="104832"/>
              <a:chOff x="0" y="0"/>
              <a:chExt cx="812800" cy="812800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 rot="0">
              <a:off x="2418560" y="15258"/>
              <a:ext cx="104832" cy="104832"/>
              <a:chOff x="0" y="0"/>
              <a:chExt cx="812800" cy="812800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13" name="TextBox 11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14" name="Group 114"/>
            <p:cNvGrpSpPr/>
            <p:nvPr/>
          </p:nvGrpSpPr>
          <p:grpSpPr>
            <a:xfrm rot="0">
              <a:off x="2150110" y="261430"/>
              <a:ext cx="104832" cy="104832"/>
              <a:chOff x="0" y="0"/>
              <a:chExt cx="812800" cy="812800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16" name="TextBox 11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 rot="0">
              <a:off x="1881660" y="261430"/>
              <a:ext cx="104832" cy="104832"/>
              <a:chOff x="0" y="0"/>
              <a:chExt cx="812800" cy="812800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19" name="TextBox 11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20" name="Group 120"/>
            <p:cNvGrpSpPr/>
            <p:nvPr/>
          </p:nvGrpSpPr>
          <p:grpSpPr>
            <a:xfrm rot="0">
              <a:off x="2418560" y="261430"/>
              <a:ext cx="104832" cy="104832"/>
              <a:chOff x="0" y="0"/>
              <a:chExt cx="812800" cy="812800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22" name="TextBox 12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23" name="Group 123"/>
            <p:cNvGrpSpPr/>
            <p:nvPr/>
          </p:nvGrpSpPr>
          <p:grpSpPr>
            <a:xfrm rot="0">
              <a:off x="2150110" y="507601"/>
              <a:ext cx="104832" cy="104832"/>
              <a:chOff x="0" y="0"/>
              <a:chExt cx="812800" cy="812800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25" name="TextBox 12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 rot="0">
              <a:off x="1881660" y="507601"/>
              <a:ext cx="104832" cy="104832"/>
              <a:chOff x="0" y="0"/>
              <a:chExt cx="812800" cy="812800"/>
            </a:xfrm>
          </p:grpSpPr>
          <p:sp>
            <p:nvSpPr>
              <p:cNvPr id="127" name="Freeform 1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29" name="Group 129"/>
            <p:cNvGrpSpPr/>
            <p:nvPr/>
          </p:nvGrpSpPr>
          <p:grpSpPr>
            <a:xfrm rot="0">
              <a:off x="2418560" y="507601"/>
              <a:ext cx="104832" cy="104832"/>
              <a:chOff x="0" y="0"/>
              <a:chExt cx="812800" cy="812800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31" name="TextBox 13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32" name="Group 132"/>
            <p:cNvGrpSpPr/>
            <p:nvPr/>
          </p:nvGrpSpPr>
          <p:grpSpPr>
            <a:xfrm rot="0">
              <a:off x="0" y="0"/>
              <a:ext cx="104832" cy="104832"/>
              <a:chOff x="0" y="0"/>
              <a:chExt cx="812800" cy="812800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34" name="TextBox 13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35" name="Group 135"/>
            <p:cNvGrpSpPr/>
            <p:nvPr/>
          </p:nvGrpSpPr>
          <p:grpSpPr>
            <a:xfrm rot="0">
              <a:off x="536900" y="0"/>
              <a:ext cx="104832" cy="104832"/>
              <a:chOff x="0" y="0"/>
              <a:chExt cx="812800" cy="812800"/>
            </a:xfrm>
          </p:grpSpPr>
          <p:sp>
            <p:nvSpPr>
              <p:cNvPr id="136" name="Freeform 1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37" name="TextBox 13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38" name="Group 138"/>
            <p:cNvGrpSpPr/>
            <p:nvPr/>
          </p:nvGrpSpPr>
          <p:grpSpPr>
            <a:xfrm rot="0">
              <a:off x="268450" y="0"/>
              <a:ext cx="104832" cy="104832"/>
              <a:chOff x="0" y="0"/>
              <a:chExt cx="812800" cy="812800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40" name="TextBox 14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41" name="Group 141"/>
            <p:cNvGrpSpPr/>
            <p:nvPr/>
          </p:nvGrpSpPr>
          <p:grpSpPr>
            <a:xfrm rot="0">
              <a:off x="1073800" y="0"/>
              <a:ext cx="104832" cy="104832"/>
              <a:chOff x="0" y="0"/>
              <a:chExt cx="812800" cy="812800"/>
            </a:xfrm>
          </p:grpSpPr>
          <p:sp>
            <p:nvSpPr>
              <p:cNvPr id="142" name="Freeform 1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43" name="TextBox 14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44" name="Group 144"/>
            <p:cNvGrpSpPr/>
            <p:nvPr/>
          </p:nvGrpSpPr>
          <p:grpSpPr>
            <a:xfrm rot="0">
              <a:off x="805350" y="0"/>
              <a:ext cx="104832" cy="104832"/>
              <a:chOff x="0" y="0"/>
              <a:chExt cx="812800" cy="812800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46" name="TextBox 14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47" name="Group 147"/>
            <p:cNvGrpSpPr/>
            <p:nvPr/>
          </p:nvGrpSpPr>
          <p:grpSpPr>
            <a:xfrm rot="0">
              <a:off x="1610700" y="0"/>
              <a:ext cx="104832" cy="104832"/>
              <a:chOff x="0" y="0"/>
              <a:chExt cx="812800" cy="812800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49" name="TextBox 14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50" name="Group 150"/>
            <p:cNvGrpSpPr/>
            <p:nvPr/>
          </p:nvGrpSpPr>
          <p:grpSpPr>
            <a:xfrm rot="0">
              <a:off x="1342250" y="0"/>
              <a:ext cx="104832" cy="104832"/>
              <a:chOff x="0" y="0"/>
              <a:chExt cx="812800" cy="812800"/>
            </a:xfrm>
          </p:grpSpPr>
          <p:sp>
            <p:nvSpPr>
              <p:cNvPr id="151" name="Freeform 1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52" name="TextBox 15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53" name="Group 153"/>
            <p:cNvGrpSpPr/>
            <p:nvPr/>
          </p:nvGrpSpPr>
          <p:grpSpPr>
            <a:xfrm rot="0">
              <a:off x="0" y="246171"/>
              <a:ext cx="104832" cy="104832"/>
              <a:chOff x="0" y="0"/>
              <a:chExt cx="812800" cy="812800"/>
            </a:xfrm>
          </p:grpSpPr>
          <p:sp>
            <p:nvSpPr>
              <p:cNvPr id="154" name="Freeform 1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55" name="TextBox 15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56" name="Group 156"/>
            <p:cNvGrpSpPr/>
            <p:nvPr/>
          </p:nvGrpSpPr>
          <p:grpSpPr>
            <a:xfrm rot="0">
              <a:off x="536900" y="246171"/>
              <a:ext cx="104832" cy="104832"/>
              <a:chOff x="0" y="0"/>
              <a:chExt cx="812800" cy="812800"/>
            </a:xfrm>
          </p:grpSpPr>
          <p:sp>
            <p:nvSpPr>
              <p:cNvPr id="157" name="Freeform 1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58" name="TextBox 15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59" name="Group 159"/>
            <p:cNvGrpSpPr/>
            <p:nvPr/>
          </p:nvGrpSpPr>
          <p:grpSpPr>
            <a:xfrm rot="0">
              <a:off x="268450" y="246171"/>
              <a:ext cx="104832" cy="104832"/>
              <a:chOff x="0" y="0"/>
              <a:chExt cx="812800" cy="812800"/>
            </a:xfrm>
          </p:grpSpPr>
          <p:sp>
            <p:nvSpPr>
              <p:cNvPr id="160" name="Freeform 1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61" name="TextBox 16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62" name="Group 162"/>
            <p:cNvGrpSpPr/>
            <p:nvPr/>
          </p:nvGrpSpPr>
          <p:grpSpPr>
            <a:xfrm rot="0">
              <a:off x="1073800" y="246171"/>
              <a:ext cx="104832" cy="104832"/>
              <a:chOff x="0" y="0"/>
              <a:chExt cx="812800" cy="812800"/>
            </a:xfrm>
          </p:grpSpPr>
          <p:sp>
            <p:nvSpPr>
              <p:cNvPr id="163" name="Freeform 1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64" name="TextBox 16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65" name="Group 165"/>
            <p:cNvGrpSpPr/>
            <p:nvPr/>
          </p:nvGrpSpPr>
          <p:grpSpPr>
            <a:xfrm rot="0">
              <a:off x="805350" y="246171"/>
              <a:ext cx="104832" cy="104832"/>
              <a:chOff x="0" y="0"/>
              <a:chExt cx="812800" cy="812800"/>
            </a:xfrm>
          </p:grpSpPr>
          <p:sp>
            <p:nvSpPr>
              <p:cNvPr id="166" name="Freeform 1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67" name="TextBox 16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68" name="Group 168"/>
            <p:cNvGrpSpPr/>
            <p:nvPr/>
          </p:nvGrpSpPr>
          <p:grpSpPr>
            <a:xfrm rot="0">
              <a:off x="1610700" y="246171"/>
              <a:ext cx="104832" cy="104832"/>
              <a:chOff x="0" y="0"/>
              <a:chExt cx="812800" cy="812800"/>
            </a:xfrm>
          </p:grpSpPr>
          <p:sp>
            <p:nvSpPr>
              <p:cNvPr id="169" name="Freeform 16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70" name="TextBox 17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71" name="Group 171"/>
            <p:cNvGrpSpPr/>
            <p:nvPr/>
          </p:nvGrpSpPr>
          <p:grpSpPr>
            <a:xfrm rot="0">
              <a:off x="1342250" y="246171"/>
              <a:ext cx="104832" cy="104832"/>
              <a:chOff x="0" y="0"/>
              <a:chExt cx="812800" cy="812800"/>
            </a:xfrm>
          </p:grpSpPr>
          <p:sp>
            <p:nvSpPr>
              <p:cNvPr id="172" name="Freeform 17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73" name="TextBox 17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74" name="Group 174"/>
            <p:cNvGrpSpPr/>
            <p:nvPr/>
          </p:nvGrpSpPr>
          <p:grpSpPr>
            <a:xfrm rot="0">
              <a:off x="0" y="492343"/>
              <a:ext cx="104832" cy="104832"/>
              <a:chOff x="0" y="0"/>
              <a:chExt cx="812800" cy="812800"/>
            </a:xfrm>
          </p:grpSpPr>
          <p:sp>
            <p:nvSpPr>
              <p:cNvPr id="175" name="Freeform 17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76" name="TextBox 17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77" name="Group 177"/>
            <p:cNvGrpSpPr/>
            <p:nvPr/>
          </p:nvGrpSpPr>
          <p:grpSpPr>
            <a:xfrm rot="0">
              <a:off x="536900" y="492343"/>
              <a:ext cx="104832" cy="104832"/>
              <a:chOff x="0" y="0"/>
              <a:chExt cx="812800" cy="812800"/>
            </a:xfrm>
          </p:grpSpPr>
          <p:sp>
            <p:nvSpPr>
              <p:cNvPr id="178" name="Freeform 17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79" name="TextBox 17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80" name="Group 180"/>
            <p:cNvGrpSpPr/>
            <p:nvPr/>
          </p:nvGrpSpPr>
          <p:grpSpPr>
            <a:xfrm rot="0">
              <a:off x="268450" y="492343"/>
              <a:ext cx="104832" cy="104832"/>
              <a:chOff x="0" y="0"/>
              <a:chExt cx="812800" cy="812800"/>
            </a:xfrm>
          </p:grpSpPr>
          <p:sp>
            <p:nvSpPr>
              <p:cNvPr id="181" name="Freeform 1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82" name="TextBox 18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83" name="Group 183"/>
            <p:cNvGrpSpPr/>
            <p:nvPr/>
          </p:nvGrpSpPr>
          <p:grpSpPr>
            <a:xfrm rot="0">
              <a:off x="1073800" y="492343"/>
              <a:ext cx="104832" cy="104832"/>
              <a:chOff x="0" y="0"/>
              <a:chExt cx="812800" cy="812800"/>
            </a:xfrm>
          </p:grpSpPr>
          <p:sp>
            <p:nvSpPr>
              <p:cNvPr id="184" name="Freeform 18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85" name="TextBox 18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86" name="Group 186"/>
            <p:cNvGrpSpPr/>
            <p:nvPr/>
          </p:nvGrpSpPr>
          <p:grpSpPr>
            <a:xfrm rot="0">
              <a:off x="805350" y="492343"/>
              <a:ext cx="104832" cy="104832"/>
              <a:chOff x="0" y="0"/>
              <a:chExt cx="812800" cy="812800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88" name="TextBox 18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89" name="Group 189"/>
            <p:cNvGrpSpPr/>
            <p:nvPr/>
          </p:nvGrpSpPr>
          <p:grpSpPr>
            <a:xfrm rot="0">
              <a:off x="1610700" y="492343"/>
              <a:ext cx="104832" cy="104832"/>
              <a:chOff x="0" y="0"/>
              <a:chExt cx="812800" cy="812800"/>
            </a:xfrm>
          </p:grpSpPr>
          <p:sp>
            <p:nvSpPr>
              <p:cNvPr id="190" name="Freeform 19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91" name="TextBox 19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grpSp>
          <p:nvGrpSpPr>
            <p:cNvPr id="192" name="Group 192"/>
            <p:cNvGrpSpPr/>
            <p:nvPr/>
          </p:nvGrpSpPr>
          <p:grpSpPr>
            <a:xfrm rot="0">
              <a:off x="1342250" y="492343"/>
              <a:ext cx="104832" cy="104832"/>
              <a:chOff x="0" y="0"/>
              <a:chExt cx="812800" cy="812800"/>
            </a:xfrm>
          </p:grpSpPr>
          <p:sp>
            <p:nvSpPr>
              <p:cNvPr id="193" name="Freeform 19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182F9"/>
              </a:solidFill>
            </p:spPr>
          </p:sp>
          <p:sp>
            <p:nvSpPr>
              <p:cNvPr id="194" name="TextBox 19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4880" tIns="24880" rIns="24880" bIns="24880" rtlCol="0" anchor="ctr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</p:grpSp>
      <p:sp>
        <p:nvSpPr>
          <p:cNvPr id="195" name="TextBox 195"/>
          <p:cNvSpPr txBox="1"/>
          <p:nvPr/>
        </p:nvSpPr>
        <p:spPr>
          <a:xfrm>
            <a:off x="7933482" y="8748933"/>
            <a:ext cx="9854624" cy="754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5"/>
              </a:lnSpc>
            </a:pPr>
            <a:r>
              <a:rPr lang="en-US" sz="4410" spc="163">
                <a:solidFill>
                  <a:srgbClr val="98999D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图片来源：复旦大学融媒体中心</a:t>
            </a:r>
            <a:endParaRPr lang="en-US" sz="4410" spc="163">
              <a:solidFill>
                <a:srgbClr val="98999D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jJjZDBiNThjMjM5YmQxNTcyY2NkYWNjZWE5MWEzZjY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2536</Words>
  <Application>WPS 演示</Application>
  <PresentationFormat>On-screen Show (4:3)</PresentationFormat>
  <Paragraphs>160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思源黑体 1 Medium</vt:lpstr>
      <vt:lpstr>黑体</vt:lpstr>
      <vt:lpstr>思源黑体 1 Heavy</vt:lpstr>
      <vt:lpstr>思源黑体 1 Bold</vt:lpstr>
      <vt:lpstr>Times New Roman</vt:lpstr>
      <vt:lpstr>Times New Roman Bold</vt:lpstr>
      <vt:lpstr>思源黑体 1</vt:lpstr>
      <vt:lpstr>Times New Roman Medium</vt:lpstr>
      <vt:lpstr>思源宋体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蓝色简约新拟态风报告模板</dc:title>
  <dc:creator/>
  <cp:lastModifiedBy>符梦苑</cp:lastModifiedBy>
  <cp:revision>3</cp:revision>
  <dcterms:created xsi:type="dcterms:W3CDTF">2006-08-16T00:00:00Z</dcterms:created>
  <dcterms:modified xsi:type="dcterms:W3CDTF">2024-11-10T07:57:22Z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9887EADCFF524F67B446841427CE877F_12</vt:lpwstr>
  </property>
  <property fmtid="{D5CDD505-2E9C-101B-9397-08002B2CF9AE}" pid="3" name="KSOProductBuildVer">
    <vt:lpwstr>2052-12.1.0.18276</vt:lpwstr>
  </property>
</Properties>
</file>