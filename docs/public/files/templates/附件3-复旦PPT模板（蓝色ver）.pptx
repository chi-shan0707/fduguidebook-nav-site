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2" r:id="rId5"/>
    <p:sldId id="263" r:id="rId6"/>
    <p:sldId id="257" r:id="rId7"/>
    <p:sldId id="25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73190"/>
    <a:srgbClr val="D92320"/>
    <a:srgbClr val="3473F4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69958" y="850265"/>
            <a:ext cx="5252085" cy="11068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66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复旦</a:t>
            </a:r>
            <a:r>
              <a:rPr lang="en-US" altLang="zh-CN" sz="66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PPT</a:t>
            </a:r>
            <a:r>
              <a:rPr lang="zh-CN" altLang="en-US" sz="66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模板</a:t>
            </a:r>
            <a:endParaRPr lang="zh-CN" altLang="en-US" sz="6600" b="1">
              <a:solidFill>
                <a:srgbClr val="07319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32960" y="1842135"/>
            <a:ext cx="292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在此输入您的副标题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47640" y="2228215"/>
            <a:ext cx="16967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汇报人：</a:t>
            </a:r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xxx</a:t>
            </a:r>
            <a:endParaRPr lang="en-US" altLang="zh-CN" sz="1600" b="1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2021</a:t>
            </a: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年</a:t>
            </a:r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xx</a:t>
            </a: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月</a:t>
            </a:r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xx</a:t>
            </a:r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</a:rPr>
              <a:t>日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21580" y="768985"/>
            <a:ext cx="2148840" cy="11068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sz="66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目</a:t>
            </a:r>
            <a:r>
              <a:rPr lang="en-US" altLang="zh-CN" sz="66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 </a:t>
            </a:r>
            <a:r>
              <a:rPr lang="zh-CN" sz="66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录</a:t>
            </a:r>
            <a:endParaRPr lang="zh-CN" sz="6600" b="1">
              <a:solidFill>
                <a:srgbClr val="07319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16973" y="1888490"/>
            <a:ext cx="4758055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（一）</a:t>
            </a:r>
            <a:r>
              <a:rPr lang="en-US" altLang="zh-CN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在此输入您的节标题</a:t>
            </a:r>
            <a:endParaRPr lang="zh-CN" altLang="en-US" sz="2600" b="1" spc="300" dirty="0">
              <a:solidFill>
                <a:srgbClr val="07319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（二）</a:t>
            </a:r>
            <a:r>
              <a:rPr lang="en-US" altLang="zh-CN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在此输入您的节标题</a:t>
            </a:r>
            <a:endParaRPr lang="en-US" altLang="zh-CN" sz="2600" b="1" spc="300" dirty="0">
              <a:solidFill>
                <a:srgbClr val="07319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（三）</a:t>
            </a:r>
            <a:r>
              <a:rPr lang="en-US" altLang="zh-CN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在此输入您的节标题</a:t>
            </a:r>
            <a:endParaRPr lang="en-US" altLang="zh-CN" sz="2600" b="1" spc="300" dirty="0">
              <a:solidFill>
                <a:srgbClr val="07319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（四）</a:t>
            </a:r>
            <a:r>
              <a:rPr lang="en-US" altLang="zh-CN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1" spc="300" dirty="0">
                <a:solidFill>
                  <a:srgbClr val="07319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在此输入您的节标题</a:t>
            </a:r>
            <a:endParaRPr lang="zh-CN" altLang="en-US" sz="2600" b="1" spc="300" dirty="0">
              <a:solidFill>
                <a:srgbClr val="07319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87830" y="3169285"/>
            <a:ext cx="477774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sz="4000" b="1">
                <a:solidFill>
                  <a:srgbClr val="07319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在此输入您的节标题</a:t>
            </a:r>
            <a:endParaRPr lang="zh-CN" sz="4000" b="1">
              <a:solidFill>
                <a:srgbClr val="07319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5460" y="2842260"/>
            <a:ext cx="17024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 b="1">
                <a:solidFill>
                  <a:srgbClr val="073190"/>
                </a:solidFill>
                <a:latin typeface="方正大标宋简体" panose="02000000000000000000" charset="-122"/>
                <a:ea typeface="方正大标宋简体" panose="02000000000000000000" charset="-122"/>
              </a:rPr>
              <a:t>01</a:t>
            </a:r>
            <a:endParaRPr lang="en-US" altLang="zh-CN" sz="7200" b="1">
              <a:solidFill>
                <a:srgbClr val="073190"/>
              </a:solidFill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9740" y="311785"/>
            <a:ext cx="344932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在此输入本页标题</a:t>
            </a:r>
            <a:endParaRPr lang="zh-CN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709035" y="4700905"/>
            <a:ext cx="477393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6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标宋简体" panose="02000000000000000000" charset="-122"/>
                <a:ea typeface="方正大标宋简体" panose="02000000000000000000" charset="-122"/>
              </a:rPr>
              <a:t>感谢您的聆听</a:t>
            </a:r>
            <a:endParaRPr lang="zh-CN" altLang="en-US" sz="6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47640" y="5715635"/>
            <a:ext cx="16967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1600" b="1">
                <a:solidFill>
                  <a:schemeClr val="bg1"/>
                </a:solidFill>
              </a:rPr>
              <a:t>汇报人：</a:t>
            </a:r>
            <a:r>
              <a:rPr lang="en-US" altLang="zh-CN" sz="1600" b="1">
                <a:solidFill>
                  <a:schemeClr val="bg1"/>
                </a:solidFill>
              </a:rPr>
              <a:t>xxx</a:t>
            </a:r>
            <a:endParaRPr lang="en-US" altLang="zh-CN" sz="1600" b="1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b="1">
                <a:solidFill>
                  <a:schemeClr val="bg1"/>
                </a:solidFill>
              </a:rPr>
              <a:t>2021</a:t>
            </a:r>
            <a:r>
              <a:rPr lang="zh-CN" altLang="en-US" sz="1600" b="1">
                <a:solidFill>
                  <a:schemeClr val="bg1"/>
                </a:solidFill>
              </a:rPr>
              <a:t>年</a:t>
            </a:r>
            <a:r>
              <a:rPr lang="en-US" altLang="zh-CN" sz="1600" b="1">
                <a:solidFill>
                  <a:schemeClr val="bg1"/>
                </a:solidFill>
              </a:rPr>
              <a:t>xx</a:t>
            </a:r>
            <a:r>
              <a:rPr lang="zh-CN" altLang="en-US" sz="1600" b="1">
                <a:solidFill>
                  <a:schemeClr val="bg1"/>
                </a:solidFill>
              </a:rPr>
              <a:t>月</a:t>
            </a:r>
            <a:r>
              <a:rPr lang="en-US" altLang="zh-CN" sz="1600" b="1">
                <a:solidFill>
                  <a:schemeClr val="bg1"/>
                </a:solidFill>
              </a:rPr>
              <a:t>xx</a:t>
            </a:r>
            <a:r>
              <a:rPr lang="zh-CN" altLang="en-US" sz="1600" b="1">
                <a:solidFill>
                  <a:schemeClr val="bg1"/>
                </a:solidFill>
              </a:rPr>
              <a:t>日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8" name="图片 7" descr="WOA20210819-171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00600"/>
            <a:ext cx="12192000" cy="2057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73455" y="5082540"/>
            <a:ext cx="6995160" cy="1466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【声明】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  <a:p>
            <a:pPr marL="39370" fontAlgn="auto"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本数字作品由路上工作室原创制作。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  <a:p>
            <a:pPr marL="39370" fontAlgn="auto"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郑重提醒：您对数字作品的使用行为应当遵循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  <a:p>
            <a:pPr marL="39370" fontAlgn="auto"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1、数字作品本身（包括但不限于文字模板、表格模板、演示模板等）及其包含的全部素材（包括但不限于字体、图片、图标、文本框、艺术字等）均不支持商用，仅能为您个人学习、研究或欣赏目的使用。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  <a:p>
            <a:pPr marL="39370" fontAlgn="auto"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2、您不可将数字作品中的全部或部分内容用于复制再出售，或以出租、出借、转让、分销、发布等其他任何直接、间接方式提供给他人使用。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  <a:p>
            <a:pPr marL="39370" fontAlgn="auto"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3、您不可将数字作品接入网站、平台等，或以任意方式为他人提供数字作品下载。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  <a:p>
            <a:pPr marL="39370" fontAlgn="auto">
              <a:lnSpc>
                <a:spcPct val="160000"/>
              </a:lnSpc>
            </a:pPr>
            <a:r>
              <a:rPr lang="zh-CN" altLang="en-US" sz="700" spc="50">
                <a:solidFill>
                  <a:srgbClr val="222222">
                    <a:alpha val="60000"/>
                  </a:srgbClr>
                </a:solidFill>
                <a:uFillTx/>
                <a:latin typeface="+mj-ea"/>
                <a:ea typeface="+mj-ea"/>
                <a:cs typeface="+mj-ea"/>
              </a:rPr>
              <a:t>4、数字作品中包含的内容仅供参考，工作室不保证真实性、正确性、有效性、完整性和准确性，不代表工作室的立场和观点，也不构成对您的任何建议。</a:t>
            </a:r>
            <a:endParaRPr lang="zh-CN" altLang="en-US" sz="700" spc="50">
              <a:solidFill>
                <a:srgbClr val="222222">
                  <a:alpha val="60000"/>
                </a:srgbClr>
              </a:solidFill>
              <a:uFillTx/>
              <a:latin typeface="+mj-ea"/>
              <a:ea typeface="+mj-ea"/>
              <a:cs typeface="+mj-ea"/>
            </a:endParaRPr>
          </a:p>
        </p:txBody>
      </p:sp>
      <p:pic>
        <p:nvPicPr>
          <p:cNvPr id="4" name="图片 3" descr="路上工作室logo_横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25" y="1419225"/>
            <a:ext cx="4578350" cy="19627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WPS 演示</Application>
  <PresentationFormat>宽屏</PresentationFormat>
  <Paragraphs>33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方正大标宋简体</vt:lpstr>
      <vt:lpstr>苹方 粗体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desiree</cp:lastModifiedBy>
  <cp:revision>153</cp:revision>
  <dcterms:created xsi:type="dcterms:W3CDTF">2019-06-19T02:08:00Z</dcterms:created>
  <dcterms:modified xsi:type="dcterms:W3CDTF">2022-02-14T06:37:14Z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C4A2AED147B34458850984D10FE7FA5A</vt:lpwstr>
  </property>
</Properties>
</file>