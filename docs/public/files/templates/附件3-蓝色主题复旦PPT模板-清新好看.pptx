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73" r:id="rId7"/>
    <p:sldId id="27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08E"/>
    <a:srgbClr val="FFFFFF"/>
    <a:srgbClr val="F8E57F"/>
    <a:srgbClr val="AF0A08"/>
    <a:srgbClr val="FAFAFA"/>
    <a:srgbClr val="E23931"/>
    <a:srgbClr val="F7EA68"/>
    <a:srgbClr val="F1EFB5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69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092008" y="2718435"/>
            <a:ext cx="80079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48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在此输入主标题</a:t>
            </a:r>
            <a:endParaRPr lang="zh-CN" sz="4800">
              <a:solidFill>
                <a:srgbClr val="0B308E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4889818" y="3902710"/>
            <a:ext cx="2412365" cy="431800"/>
          </a:xfrm>
          <a:prstGeom prst="roundRect">
            <a:avLst>
              <a:gd name="adj" fmla="val 50000"/>
            </a:avLst>
          </a:prstGeom>
          <a:solidFill>
            <a:srgbClr val="0B3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</a:rPr>
              <a:t>xxx</a:t>
            </a:r>
            <a:endParaRPr lang="en-US" altLang="zh-CN" sz="20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64000" y="444817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2023</a:t>
            </a:r>
            <a:r>
              <a:rPr lang="zh-CN" altLang="en-US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年</a:t>
            </a:r>
            <a:r>
              <a:rPr lang="en-US" altLang="zh-CN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</a:t>
            </a:r>
            <a:r>
              <a:rPr lang="zh-CN" altLang="en-US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月</a:t>
            </a:r>
            <a:r>
              <a:rPr lang="en-US" altLang="zh-CN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</a:t>
            </a:r>
            <a:r>
              <a:rPr lang="zh-CN" altLang="en-US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日</a:t>
            </a:r>
            <a:endParaRPr lang="zh-CN" altLang="en-US" sz="1600">
              <a:solidFill>
                <a:srgbClr val="0B308E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64000" y="198564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在此输入副标题</a:t>
            </a:r>
            <a:endParaRPr lang="zh-CN" altLang="en-US" sz="2400" b="1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3172460" y="1108710"/>
            <a:ext cx="1999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00000"/>
              </a:lnSpc>
            </a:pPr>
            <a:r>
              <a:rPr lang="zh-CN" altLang="en-US" sz="54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目录</a:t>
            </a:r>
            <a:endParaRPr lang="zh-CN" altLang="en-US" sz="5400">
              <a:solidFill>
                <a:srgbClr val="0B308E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317240" y="1177925"/>
            <a:ext cx="7890510" cy="1104265"/>
            <a:chOff x="2620" y="1935"/>
            <a:chExt cx="12426" cy="1739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620" y="3373"/>
              <a:ext cx="12426" cy="0"/>
            </a:xfrm>
            <a:prstGeom prst="line">
              <a:avLst/>
            </a:prstGeom>
            <a:ln w="12700">
              <a:solidFill>
                <a:srgbClr val="0B30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图片 7" descr="建筑勾线-0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0348"/>
            <a:stretch>
              <a:fillRect/>
            </a:stretch>
          </p:blipFill>
          <p:spPr>
            <a:xfrm>
              <a:off x="7770" y="1935"/>
              <a:ext cx="7265" cy="1739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3317240" y="2595245"/>
            <a:ext cx="7900035" cy="621603"/>
            <a:chOff x="5390" y="3827"/>
            <a:chExt cx="12441" cy="979"/>
          </a:xfrm>
        </p:grpSpPr>
        <p:grpSp>
          <p:nvGrpSpPr>
            <p:cNvPr id="41" name="组合 40"/>
            <p:cNvGrpSpPr/>
            <p:nvPr/>
          </p:nvGrpSpPr>
          <p:grpSpPr>
            <a:xfrm>
              <a:off x="5390" y="3828"/>
              <a:ext cx="3141" cy="978"/>
              <a:chOff x="5515" y="4285"/>
              <a:chExt cx="3479" cy="1083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5515" y="4285"/>
                <a:ext cx="3479" cy="1083"/>
              </a:xfrm>
              <a:prstGeom prst="rect">
                <a:avLst/>
              </a:prstGeom>
              <a:solidFill>
                <a:srgbClr val="0B30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>
                  <a:latin typeface="方正大标宋简体" panose="02000000000000000000" charset="-122"/>
                  <a:ea typeface="方正大标宋简体" panose="02000000000000000000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5584" y="4394"/>
                <a:ext cx="3341" cy="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800">
                    <a:solidFill>
                      <a:schemeClr val="bg1"/>
                    </a:solidFill>
                    <a:latin typeface="方正大标宋简体" panose="02000000000000000000" charset="-122"/>
                    <a:ea typeface="方正大标宋简体" panose="02000000000000000000" charset="-122"/>
                    <a:cs typeface="方正大标宋简体" panose="02000000000000000000" charset="-122"/>
                  </a:rPr>
                  <a:t>第一部分</a:t>
                </a:r>
                <a:endParaRPr lang="zh-CN" altLang="en-US" sz="2800">
                  <a:solidFill>
                    <a:schemeClr val="bg1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endParaRPr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9285" y="3925"/>
              <a:ext cx="822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sz="2800">
                  <a:solidFill>
                    <a:srgbClr val="0B308E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rPr>
                <a:t>在此输入标题</a:t>
              </a:r>
              <a:endParaRPr lang="zh-CN" altLang="en-US" sz="28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8965" y="3827"/>
              <a:ext cx="8866" cy="978"/>
            </a:xfrm>
            <a:prstGeom prst="rect">
              <a:avLst/>
            </a:prstGeom>
            <a:noFill/>
            <a:ln>
              <a:solidFill>
                <a:srgbClr val="0B308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F0A08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方正大标宋简体" panose="02000000000000000000" charset="-122"/>
                <a:ea typeface="方正大标宋简体" panose="0200000000000000000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3317240" y="3482975"/>
            <a:ext cx="7900035" cy="621665"/>
            <a:chOff x="5390" y="3827"/>
            <a:chExt cx="12441" cy="979"/>
          </a:xfrm>
        </p:grpSpPr>
        <p:grpSp>
          <p:nvGrpSpPr>
            <p:cNvPr id="50" name="组合 49"/>
            <p:cNvGrpSpPr/>
            <p:nvPr/>
          </p:nvGrpSpPr>
          <p:grpSpPr>
            <a:xfrm>
              <a:off x="5390" y="3828"/>
              <a:ext cx="3141" cy="978"/>
              <a:chOff x="5515" y="4285"/>
              <a:chExt cx="3479" cy="1083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5515" y="4285"/>
                <a:ext cx="3479" cy="1083"/>
              </a:xfrm>
              <a:prstGeom prst="rect">
                <a:avLst/>
              </a:prstGeom>
              <a:solidFill>
                <a:srgbClr val="0B30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>
                  <a:latin typeface="方正大标宋简体" panose="02000000000000000000" charset="-122"/>
                  <a:ea typeface="方正大标宋简体" panose="02000000000000000000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5584" y="4394"/>
                <a:ext cx="3341" cy="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800">
                    <a:solidFill>
                      <a:schemeClr val="bg1"/>
                    </a:solidFill>
                    <a:latin typeface="方正大标宋简体" panose="02000000000000000000" charset="-122"/>
                    <a:ea typeface="方正大标宋简体" panose="02000000000000000000" charset="-122"/>
                    <a:cs typeface="方正大标宋简体" panose="02000000000000000000" charset="-122"/>
                  </a:rPr>
                  <a:t>第二部分</a:t>
                </a:r>
                <a:endParaRPr lang="zh-CN" altLang="en-US" sz="2800">
                  <a:solidFill>
                    <a:schemeClr val="bg1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endParaRPr>
              </a:p>
            </p:txBody>
          </p:sp>
        </p:grpSp>
        <p:sp>
          <p:nvSpPr>
            <p:cNvPr id="53" name="文本框 52"/>
            <p:cNvSpPr txBox="1"/>
            <p:nvPr/>
          </p:nvSpPr>
          <p:spPr>
            <a:xfrm>
              <a:off x="9285" y="3925"/>
              <a:ext cx="822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sz="2800">
                  <a:solidFill>
                    <a:srgbClr val="0B308E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rPr>
                <a:t>在此输入标题</a:t>
              </a:r>
              <a:endParaRPr lang="zh-CN" altLang="en-US" sz="28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8965" y="3827"/>
              <a:ext cx="8866" cy="978"/>
            </a:xfrm>
            <a:prstGeom prst="rect">
              <a:avLst/>
            </a:prstGeom>
            <a:noFill/>
            <a:ln>
              <a:solidFill>
                <a:srgbClr val="0B308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F0A08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方正大标宋简体" panose="02000000000000000000" charset="-122"/>
                <a:ea typeface="方正大标宋简体" panose="0200000000000000000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317240" y="4370705"/>
            <a:ext cx="7900035" cy="621665"/>
            <a:chOff x="5390" y="3827"/>
            <a:chExt cx="12441" cy="979"/>
          </a:xfrm>
        </p:grpSpPr>
        <p:grpSp>
          <p:nvGrpSpPr>
            <p:cNvPr id="56" name="组合 55"/>
            <p:cNvGrpSpPr/>
            <p:nvPr/>
          </p:nvGrpSpPr>
          <p:grpSpPr>
            <a:xfrm>
              <a:off x="5390" y="3828"/>
              <a:ext cx="3141" cy="978"/>
              <a:chOff x="5515" y="4285"/>
              <a:chExt cx="3479" cy="1083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5515" y="4285"/>
                <a:ext cx="3479" cy="1083"/>
              </a:xfrm>
              <a:prstGeom prst="rect">
                <a:avLst/>
              </a:prstGeom>
              <a:solidFill>
                <a:srgbClr val="0B30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>
                  <a:latin typeface="方正大标宋简体" panose="02000000000000000000" charset="-122"/>
                  <a:ea typeface="方正大标宋简体" panose="02000000000000000000" charset="-122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5584" y="4394"/>
                <a:ext cx="3341" cy="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800">
                    <a:solidFill>
                      <a:schemeClr val="bg1"/>
                    </a:solidFill>
                    <a:latin typeface="方正大标宋简体" panose="02000000000000000000" charset="-122"/>
                    <a:ea typeface="方正大标宋简体" panose="02000000000000000000" charset="-122"/>
                    <a:cs typeface="方正大标宋简体" panose="02000000000000000000" charset="-122"/>
                  </a:rPr>
                  <a:t>第三部分</a:t>
                </a:r>
                <a:endParaRPr lang="zh-CN" altLang="en-US" sz="2800">
                  <a:solidFill>
                    <a:schemeClr val="bg1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9285" y="3925"/>
              <a:ext cx="822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sz="2800">
                  <a:solidFill>
                    <a:srgbClr val="0B308E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rPr>
                <a:t>在此输入标题</a:t>
              </a:r>
              <a:endParaRPr lang="zh-CN" altLang="en-US" sz="28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8965" y="3827"/>
              <a:ext cx="8866" cy="978"/>
            </a:xfrm>
            <a:prstGeom prst="rect">
              <a:avLst/>
            </a:prstGeom>
            <a:noFill/>
            <a:ln>
              <a:solidFill>
                <a:srgbClr val="0B308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F0A08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方正大标宋简体" panose="02000000000000000000" charset="-122"/>
                <a:ea typeface="方正大标宋简体" panose="02000000000000000000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317240" y="5258435"/>
            <a:ext cx="7900035" cy="621665"/>
            <a:chOff x="5390" y="3827"/>
            <a:chExt cx="12441" cy="979"/>
          </a:xfrm>
        </p:grpSpPr>
        <p:grpSp>
          <p:nvGrpSpPr>
            <p:cNvPr id="62" name="组合 61"/>
            <p:cNvGrpSpPr/>
            <p:nvPr/>
          </p:nvGrpSpPr>
          <p:grpSpPr>
            <a:xfrm>
              <a:off x="5390" y="3828"/>
              <a:ext cx="3141" cy="978"/>
              <a:chOff x="5515" y="4285"/>
              <a:chExt cx="3479" cy="1083"/>
            </a:xfrm>
          </p:grpSpPr>
          <p:sp>
            <p:nvSpPr>
              <p:cNvPr id="63" name="矩形 62"/>
              <p:cNvSpPr/>
              <p:nvPr/>
            </p:nvSpPr>
            <p:spPr>
              <a:xfrm>
                <a:off x="5515" y="4285"/>
                <a:ext cx="3479" cy="1083"/>
              </a:xfrm>
              <a:prstGeom prst="rect">
                <a:avLst/>
              </a:prstGeom>
              <a:solidFill>
                <a:srgbClr val="0B30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600">
                  <a:latin typeface="方正大标宋简体" panose="02000000000000000000" charset="-122"/>
                  <a:ea typeface="方正大标宋简体" panose="02000000000000000000" charset="-122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5584" y="4394"/>
                <a:ext cx="3341" cy="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800">
                    <a:solidFill>
                      <a:schemeClr val="bg1"/>
                    </a:solidFill>
                    <a:latin typeface="方正大标宋简体" panose="02000000000000000000" charset="-122"/>
                    <a:ea typeface="方正大标宋简体" panose="02000000000000000000" charset="-122"/>
                    <a:cs typeface="方正大标宋简体" panose="02000000000000000000" charset="-122"/>
                  </a:rPr>
                  <a:t>第四部分</a:t>
                </a:r>
                <a:endParaRPr lang="zh-CN" altLang="en-US" sz="2800">
                  <a:solidFill>
                    <a:schemeClr val="bg1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endParaRPr>
              </a:p>
            </p:txBody>
          </p:sp>
        </p:grpSp>
        <p:sp>
          <p:nvSpPr>
            <p:cNvPr id="65" name="文本框 64"/>
            <p:cNvSpPr txBox="1"/>
            <p:nvPr/>
          </p:nvSpPr>
          <p:spPr>
            <a:xfrm>
              <a:off x="9285" y="3925"/>
              <a:ext cx="822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sz="2800">
                  <a:solidFill>
                    <a:srgbClr val="0B308E"/>
                  </a:solidFill>
                  <a:latin typeface="方正大标宋简体" panose="02000000000000000000" charset="-122"/>
                  <a:ea typeface="方正大标宋简体" panose="02000000000000000000" charset="-122"/>
                  <a:cs typeface="方正大标宋简体" panose="02000000000000000000" charset="-122"/>
                </a:rPr>
                <a:t>在此输入标题</a:t>
              </a:r>
              <a:endParaRPr lang="zh-CN" altLang="en-US" sz="28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8965" y="3827"/>
              <a:ext cx="8866" cy="978"/>
            </a:xfrm>
            <a:prstGeom prst="rect">
              <a:avLst/>
            </a:prstGeom>
            <a:noFill/>
            <a:ln>
              <a:solidFill>
                <a:srgbClr val="0B308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AF0A08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方正大标宋简体" panose="02000000000000000000" charset="-122"/>
                <a:ea typeface="方正大标宋简体" panose="02000000000000000000" charset="-122"/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092008" y="2780030"/>
            <a:ext cx="80079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54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单击输入标题</a:t>
            </a:r>
            <a:endParaRPr sz="5400">
              <a:solidFill>
                <a:srgbClr val="0B308E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64001" y="374650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在此输入副标题</a:t>
            </a:r>
            <a:endParaRPr lang="zh-CN" altLang="en-US" sz="2400" b="1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26131" y="1478915"/>
            <a:ext cx="5539740" cy="977265"/>
            <a:chOff x="4411" y="1715"/>
            <a:chExt cx="10378" cy="1831"/>
          </a:xfrm>
          <a:solidFill>
            <a:srgbClr val="0B308E"/>
          </a:solidFill>
        </p:grpSpPr>
        <p:cxnSp>
          <p:nvCxnSpPr>
            <p:cNvPr id="7" name="直接连接符 6"/>
            <p:cNvCxnSpPr/>
            <p:nvPr/>
          </p:nvCxnSpPr>
          <p:spPr>
            <a:xfrm>
              <a:off x="4411" y="3546"/>
              <a:ext cx="10378" cy="0"/>
            </a:xfrm>
            <a:prstGeom prst="line">
              <a:avLst/>
            </a:prstGeom>
            <a:grpFill/>
            <a:ln w="12700">
              <a:solidFill>
                <a:srgbClr val="0B30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7974" y="1715"/>
              <a:ext cx="3097" cy="183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97" h="1831">
                  <a:moveTo>
                    <a:pt x="2735" y="46"/>
                  </a:moveTo>
                  <a:lnTo>
                    <a:pt x="3097" y="46"/>
                  </a:lnTo>
                  <a:lnTo>
                    <a:pt x="3097" y="1831"/>
                  </a:lnTo>
                  <a:lnTo>
                    <a:pt x="2609" y="1831"/>
                  </a:lnTo>
                  <a:lnTo>
                    <a:pt x="2609" y="554"/>
                  </a:lnTo>
                  <a:lnTo>
                    <a:pt x="2164" y="554"/>
                  </a:lnTo>
                  <a:lnTo>
                    <a:pt x="2164" y="252"/>
                  </a:lnTo>
                  <a:cubicBezTo>
                    <a:pt x="2288" y="228"/>
                    <a:pt x="2395" y="199"/>
                    <a:pt x="2484" y="167"/>
                  </a:cubicBezTo>
                  <a:cubicBezTo>
                    <a:pt x="2574" y="135"/>
                    <a:pt x="2658" y="95"/>
                    <a:pt x="2735" y="46"/>
                  </a:cubicBezTo>
                  <a:close/>
                  <a:moveTo>
                    <a:pt x="833" y="0"/>
                  </a:moveTo>
                  <a:cubicBezTo>
                    <a:pt x="957" y="0"/>
                    <a:pt x="1070" y="26"/>
                    <a:pt x="1172" y="78"/>
                  </a:cubicBezTo>
                  <a:cubicBezTo>
                    <a:pt x="1274" y="130"/>
                    <a:pt x="1361" y="209"/>
                    <a:pt x="1434" y="314"/>
                  </a:cubicBezTo>
                  <a:cubicBezTo>
                    <a:pt x="1507" y="419"/>
                    <a:pt x="1563" y="550"/>
                    <a:pt x="1603" y="709"/>
                  </a:cubicBezTo>
                  <a:cubicBezTo>
                    <a:pt x="1643" y="867"/>
                    <a:pt x="1663" y="1052"/>
                    <a:pt x="1663" y="1265"/>
                  </a:cubicBezTo>
                  <a:cubicBezTo>
                    <a:pt x="1663" y="1477"/>
                    <a:pt x="1643" y="1663"/>
                    <a:pt x="1603" y="1822"/>
                  </a:cubicBezTo>
                  <a:lnTo>
                    <a:pt x="1601" y="1831"/>
                  </a:lnTo>
                  <a:lnTo>
                    <a:pt x="1146" y="1831"/>
                  </a:lnTo>
                  <a:lnTo>
                    <a:pt x="1150" y="1816"/>
                  </a:lnTo>
                  <a:cubicBezTo>
                    <a:pt x="1159" y="1779"/>
                    <a:pt x="1167" y="1739"/>
                    <a:pt x="1174" y="1696"/>
                  </a:cubicBezTo>
                  <a:cubicBezTo>
                    <a:pt x="1193" y="1581"/>
                    <a:pt x="1202" y="1437"/>
                    <a:pt x="1202" y="1264"/>
                  </a:cubicBezTo>
                  <a:cubicBezTo>
                    <a:pt x="1202" y="1092"/>
                    <a:pt x="1193" y="949"/>
                    <a:pt x="1174" y="836"/>
                  </a:cubicBezTo>
                  <a:cubicBezTo>
                    <a:pt x="1155" y="723"/>
                    <a:pt x="1129" y="632"/>
                    <a:pt x="1096" y="564"/>
                  </a:cubicBezTo>
                  <a:cubicBezTo>
                    <a:pt x="1062" y="495"/>
                    <a:pt x="1024" y="447"/>
                    <a:pt x="979" y="419"/>
                  </a:cubicBezTo>
                  <a:cubicBezTo>
                    <a:pt x="935" y="392"/>
                    <a:pt x="886" y="378"/>
                    <a:pt x="833" y="378"/>
                  </a:cubicBezTo>
                  <a:cubicBezTo>
                    <a:pt x="780" y="378"/>
                    <a:pt x="731" y="392"/>
                    <a:pt x="685" y="419"/>
                  </a:cubicBezTo>
                  <a:cubicBezTo>
                    <a:pt x="640" y="447"/>
                    <a:pt x="601" y="495"/>
                    <a:pt x="567" y="564"/>
                  </a:cubicBezTo>
                  <a:cubicBezTo>
                    <a:pt x="534" y="632"/>
                    <a:pt x="508" y="723"/>
                    <a:pt x="489" y="836"/>
                  </a:cubicBezTo>
                  <a:cubicBezTo>
                    <a:pt x="470" y="949"/>
                    <a:pt x="461" y="1092"/>
                    <a:pt x="461" y="1264"/>
                  </a:cubicBezTo>
                  <a:cubicBezTo>
                    <a:pt x="461" y="1437"/>
                    <a:pt x="470" y="1581"/>
                    <a:pt x="489" y="1696"/>
                  </a:cubicBezTo>
                  <a:cubicBezTo>
                    <a:pt x="496" y="1739"/>
                    <a:pt x="504" y="1779"/>
                    <a:pt x="513" y="1816"/>
                  </a:cubicBezTo>
                  <a:lnTo>
                    <a:pt x="517" y="1831"/>
                  </a:lnTo>
                  <a:lnTo>
                    <a:pt x="62" y="1831"/>
                  </a:lnTo>
                  <a:lnTo>
                    <a:pt x="60" y="1822"/>
                  </a:lnTo>
                  <a:cubicBezTo>
                    <a:pt x="20" y="1663"/>
                    <a:pt x="0" y="1477"/>
                    <a:pt x="0" y="1265"/>
                  </a:cubicBezTo>
                  <a:cubicBezTo>
                    <a:pt x="0" y="1052"/>
                    <a:pt x="20" y="867"/>
                    <a:pt x="60" y="709"/>
                  </a:cubicBezTo>
                  <a:cubicBezTo>
                    <a:pt x="100" y="550"/>
                    <a:pt x="156" y="419"/>
                    <a:pt x="229" y="314"/>
                  </a:cubicBezTo>
                  <a:cubicBezTo>
                    <a:pt x="302" y="209"/>
                    <a:pt x="389" y="130"/>
                    <a:pt x="491" y="78"/>
                  </a:cubicBezTo>
                  <a:cubicBezTo>
                    <a:pt x="593" y="26"/>
                    <a:pt x="707" y="0"/>
                    <a:pt x="833" y="0"/>
                  </a:cubicBezTo>
                  <a:close/>
                </a:path>
              </a:pathLst>
            </a:custGeom>
            <a:grpFill/>
            <a:effectLst/>
          </p:spPr>
          <p:txBody>
            <a:bodyPr wrap="square" rtlCol="0">
              <a:noAutofit/>
            </a:bodyPr>
            <a:p>
              <a:pPr algn="ctr"/>
              <a:endParaRPr lang="en-US" altLang="zh-CN" sz="16600">
                <a:solidFill>
                  <a:srgbClr val="AF0A08"/>
                </a:solidFill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</p:grpSp>
      <p:cxnSp>
        <p:nvCxnSpPr>
          <p:cNvPr id="5" name="直接连接符 4"/>
          <p:cNvCxnSpPr/>
          <p:nvPr/>
        </p:nvCxnSpPr>
        <p:spPr>
          <a:xfrm>
            <a:off x="3326131" y="4485005"/>
            <a:ext cx="5539740" cy="0"/>
          </a:xfrm>
          <a:prstGeom prst="line">
            <a:avLst/>
          </a:prstGeom>
          <a:ln w="12700">
            <a:solidFill>
              <a:srgbClr val="0B30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校徽Logo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95" y="357505"/>
            <a:ext cx="739775" cy="7397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230948" y="456565"/>
            <a:ext cx="8007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28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单击输入标题</a:t>
            </a:r>
            <a:endParaRPr sz="2800">
              <a:solidFill>
                <a:srgbClr val="0B308E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348740" y="1020445"/>
            <a:ext cx="10235565" cy="0"/>
          </a:xfrm>
          <a:prstGeom prst="line">
            <a:avLst/>
          </a:prstGeom>
          <a:ln w="12700">
            <a:solidFill>
              <a:srgbClr val="0B30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/>
        </p:nvSpPr>
        <p:spPr>
          <a:xfrm>
            <a:off x="3172460" y="1108710"/>
            <a:ext cx="29921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100000"/>
              </a:lnSpc>
            </a:pPr>
            <a:r>
              <a:rPr lang="zh-CN" altLang="en-US" sz="54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参考文献</a:t>
            </a:r>
            <a:endParaRPr lang="zh-CN" altLang="en-US" sz="5400">
              <a:solidFill>
                <a:srgbClr val="0B308E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3317240" y="1177925"/>
            <a:ext cx="7890510" cy="1104265"/>
            <a:chOff x="2620" y="1935"/>
            <a:chExt cx="12426" cy="1739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620" y="3373"/>
              <a:ext cx="12426" cy="0"/>
            </a:xfrm>
            <a:prstGeom prst="line">
              <a:avLst/>
            </a:prstGeom>
            <a:ln w="12700">
              <a:solidFill>
                <a:srgbClr val="0B30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图片 7" descr="建筑勾线-0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0348"/>
            <a:stretch>
              <a:fillRect/>
            </a:stretch>
          </p:blipFill>
          <p:spPr>
            <a:xfrm>
              <a:off x="7770" y="1935"/>
              <a:ext cx="7265" cy="1739"/>
            </a:xfrm>
            <a:prstGeom prst="rect">
              <a:avLst/>
            </a:prstGeom>
          </p:spPr>
        </p:pic>
      </p:grpSp>
      <p:sp>
        <p:nvSpPr>
          <p:cNvPr id="46" name="文本框 45"/>
          <p:cNvSpPr txBox="1"/>
          <p:nvPr/>
        </p:nvSpPr>
        <p:spPr>
          <a:xfrm>
            <a:off x="3317240" y="2428875"/>
            <a:ext cx="522541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方正大标宋简体" panose="02000000000000000000" charset="-122"/>
              </a:rPr>
              <a:t>在此输入内容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方正大标宋简体" panose="020000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方正大标宋简体" panose="02000000000000000000" charset="-122"/>
                <a:sym typeface="+mn-ea"/>
              </a:rPr>
              <a:t>在此输入内容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方正大标宋简体" panose="020000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方正大标宋简体" panose="02000000000000000000" charset="-122"/>
                <a:sym typeface="+mn-ea"/>
              </a:rPr>
              <a:t>在此输入内容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方正大标宋简体" panose="020000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方正大标宋简体" panose="02000000000000000000" charset="-122"/>
                <a:sym typeface="+mn-ea"/>
              </a:rPr>
              <a:t>在此输入内容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方正大标宋简体" panose="020000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方正大标宋简体" panose="02000000000000000000" charset="-122"/>
                <a:sym typeface="+mn-ea"/>
              </a:rPr>
              <a:t>在此输入内容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方正大标宋简体" panose="020000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方正大标宋简体" panose="02000000000000000000" charset="-122"/>
                <a:sym typeface="+mn-ea"/>
              </a:rPr>
              <a:t>在此输入内容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方正大标宋简体" panose="02000000000000000000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方正大标宋简体" panose="02000000000000000000" charset="-122"/>
                <a:sym typeface="+mn-ea"/>
              </a:rPr>
              <a:t>在此输入内容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方正大标宋简体" panose="020000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2092008" y="2233295"/>
            <a:ext cx="80079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5400">
                <a:solidFill>
                  <a:srgbClr val="0B308E"/>
                </a:solidFill>
                <a:latin typeface="方正大标宋简体" panose="02000000000000000000" charset="-122"/>
                <a:ea typeface="方正大标宋简体" panose="02000000000000000000" charset="-122"/>
                <a:cs typeface="方正大标宋简体" panose="02000000000000000000" charset="-122"/>
              </a:rPr>
              <a:t>敬请批评指正</a:t>
            </a:r>
            <a:endParaRPr lang="zh-CN" sz="5400">
              <a:solidFill>
                <a:srgbClr val="0B308E"/>
              </a:solidFill>
              <a:latin typeface="方正大标宋简体" panose="02000000000000000000" charset="-122"/>
              <a:ea typeface="方正大标宋简体" panose="02000000000000000000" charset="-122"/>
              <a:cs typeface="方正大标宋简体" panose="02000000000000000000" charset="-122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4889818" y="3651885"/>
            <a:ext cx="2412365" cy="431800"/>
          </a:xfrm>
          <a:prstGeom prst="roundRect">
            <a:avLst>
              <a:gd name="adj" fmla="val 50000"/>
            </a:avLst>
          </a:prstGeom>
          <a:solidFill>
            <a:srgbClr val="0B3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</a:rPr>
              <a:t>汇报人：卿小云</a:t>
            </a:r>
            <a:endParaRPr lang="zh-CN" altLang="en-US" sz="2000" dirty="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064000" y="418211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202x</a:t>
            </a:r>
            <a:r>
              <a:rPr lang="zh-CN" altLang="en-US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年</a:t>
            </a:r>
            <a:r>
              <a:rPr lang="en-US" altLang="zh-CN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</a:t>
            </a:r>
            <a:r>
              <a:rPr lang="zh-CN" altLang="en-US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月</a:t>
            </a:r>
            <a:r>
              <a:rPr lang="en-US" altLang="zh-CN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xx</a:t>
            </a:r>
            <a:r>
              <a:rPr lang="zh-CN" altLang="en-US" sz="1600">
                <a:solidFill>
                  <a:srgbClr val="0B308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日</a:t>
            </a:r>
            <a:endParaRPr lang="zh-CN" altLang="en-US" sz="1600">
              <a:solidFill>
                <a:srgbClr val="0B308E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COMMONDATA" val="eyJoZGlkIjoiMGM3NmY5OGQzMzNkNGU5N2MxYzE1MDcxYThmZjVjMDEifQ=="/>
  <p:tag name="KSO_WPP_MARK_KEY" val="00aef743-e89b-4a36-9cca-c077eb9fc048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>宽屏</PresentationFormat>
  <Paragraphs>48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方正大标宋简体</vt:lpstr>
      <vt:lpstr>华文中宋</vt:lpstr>
      <vt:lpstr>思源黑体 CN Bold</vt:lpstr>
      <vt:lpstr>微软雅黑</vt:lpstr>
      <vt:lpstr>Arial Unicode MS</vt:lpstr>
      <vt:lpstr>Calibri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desiree</cp:lastModifiedBy>
  <cp:revision>237</cp:revision>
  <dcterms:created xsi:type="dcterms:W3CDTF">2019-06-19T02:08:00Z</dcterms:created>
  <dcterms:modified xsi:type="dcterms:W3CDTF">2023-05-29T07:09:46Z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F43A5E074D914FA0AFE82D4E97A9FA67</vt:lpwstr>
  </property>
</Properties>
</file>