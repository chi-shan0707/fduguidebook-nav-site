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5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Abhaya Libre" panose="0200050300000000000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.png"/><Relationship Id="rId10" Type="http://schemas.openxmlformats.org/officeDocument/2006/relationships/image" Target="../media/image27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Relationship Id="rId3" Type="http://schemas.openxmlformats.org/officeDocument/2006/relationships/image" Target="../media/image28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10057757"/>
            <a:ext cx="18288000" cy="229243"/>
            <a:chOff x="0" y="0"/>
            <a:chExt cx="4816593" cy="603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1158359" y="-1182137"/>
            <a:ext cx="7129641" cy="3200545"/>
          </a:xfrm>
          <a:custGeom>
            <a:avLst/>
            <a:gdLst/>
            <a:ahLst/>
            <a:cxnLst/>
            <a:rect l="l" t="t" r="r" b="b"/>
            <a:pathLst>
              <a:path w="7129641" h="3200545">
                <a:moveTo>
                  <a:pt x="0" y="0"/>
                </a:moveTo>
                <a:lnTo>
                  <a:pt x="7129641" y="0"/>
                </a:lnTo>
                <a:lnTo>
                  <a:pt x="7129641" y="3200545"/>
                </a:lnTo>
                <a:lnTo>
                  <a:pt x="0" y="320054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0" y="1939931"/>
            <a:ext cx="18288000" cy="6292940"/>
            <a:chOff x="0" y="0"/>
            <a:chExt cx="4816593" cy="1657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657400"/>
            </a:xfrm>
            <a:custGeom>
              <a:avLst/>
              <a:gdLst/>
              <a:ahLst/>
              <a:cxnLst/>
              <a:rect l="l" t="t" r="r" b="b"/>
              <a:pathLst>
                <a:path w="4816592" h="1657400">
                  <a:moveTo>
                    <a:pt x="0" y="0"/>
                  </a:moveTo>
                  <a:lnTo>
                    <a:pt x="4816592" y="0"/>
                  </a:lnTo>
                  <a:lnTo>
                    <a:pt x="4816592" y="1657400"/>
                  </a:lnTo>
                  <a:lnTo>
                    <a:pt x="0" y="1657400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169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0" y="8144869"/>
            <a:ext cx="18288000" cy="88002"/>
            <a:chOff x="0" y="0"/>
            <a:chExt cx="24384000" cy="117336"/>
          </a:xfrm>
        </p:grpSpPr>
        <p:sp>
          <p:nvSpPr>
            <p:cNvPr id="11" name="AutoShape 11"/>
            <p:cNvSpPr/>
            <p:nvPr/>
          </p:nvSpPr>
          <p:spPr>
            <a:xfrm>
              <a:off x="0" y="104636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0" y="12700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0" y="0"/>
            <a:ext cx="18288000" cy="229243"/>
            <a:chOff x="0" y="0"/>
            <a:chExt cx="4816593" cy="603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150794" y="530690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2" y="0"/>
                </a:lnTo>
                <a:lnTo>
                  <a:pt x="3986412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23753" y="3045387"/>
            <a:ext cx="15640495" cy="16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9870" b="1" spc="365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复旦大学PPT模板</a:t>
            </a:r>
            <a:endParaRPr lang="en-US" sz="9870" b="1" spc="365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23753" y="4671129"/>
            <a:ext cx="15640495" cy="54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3115" spc="352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 ENGLISH</a:t>
            </a:r>
            <a:endParaRPr lang="en-US" sz="3115" spc="352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23753" y="5403934"/>
            <a:ext cx="15640495" cy="71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5">
                <a:solidFill>
                  <a:srgbClr val="A8896F">
                    <a:alpha val="73725"/>
                  </a:srgbClr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演示文稿是一种实用的工具，可以是演示，演讲，报告等。大部分时间，它们都是在为观众服务。它们有多种用途，是演讲和教学的有力工具。</a:t>
            </a:r>
            <a:r>
              <a:rPr lang="en-US" sz="2065">
                <a:solidFill>
                  <a:srgbClr val="A8896F">
                    <a:alpha val="73725"/>
                  </a:srgbClr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如果您想在演示文稿中展现内容，可以选择多种可以选择多种方式</a:t>
            </a:r>
            <a:endParaRPr lang="en-US" sz="2065">
              <a:solidFill>
                <a:srgbClr val="A8896F">
                  <a:alpha val="73725"/>
                </a:srgbClr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36739" y="7206862"/>
            <a:ext cx="3425366" cy="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235" spc="119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汇报人：团团</a:t>
            </a:r>
            <a:endParaRPr lang="en-US" sz="3235" spc="119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580953" y="7206862"/>
            <a:ext cx="3870309" cy="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235" spc="119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时间：</a:t>
            </a:r>
            <a:endParaRPr lang="en-US" sz="3235" spc="119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10057757"/>
            <a:ext cx="18288000" cy="229243"/>
            <a:chOff x="0" y="0"/>
            <a:chExt cx="4816593" cy="603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0" y="0"/>
            <a:ext cx="18288000" cy="229243"/>
            <a:chOff x="0" y="0"/>
            <a:chExt cx="4816593" cy="603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2545053"/>
            <a:ext cx="18288000" cy="5687818"/>
            <a:chOff x="0" y="0"/>
            <a:chExt cx="4816593" cy="14980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1498026"/>
            </a:xfrm>
            <a:custGeom>
              <a:avLst/>
              <a:gdLst/>
              <a:ahLst/>
              <a:cxnLst/>
              <a:rect l="l" t="t" r="r" b="b"/>
              <a:pathLst>
                <a:path w="4816592" h="1498026">
                  <a:moveTo>
                    <a:pt x="0" y="0"/>
                  </a:moveTo>
                  <a:lnTo>
                    <a:pt x="4816592" y="0"/>
                  </a:lnTo>
                  <a:lnTo>
                    <a:pt x="4816592" y="1498026"/>
                  </a:lnTo>
                  <a:lnTo>
                    <a:pt x="0" y="1498026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1536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0" y="8144869"/>
            <a:ext cx="18288000" cy="88002"/>
            <a:chOff x="0" y="0"/>
            <a:chExt cx="24384000" cy="117336"/>
          </a:xfrm>
        </p:grpSpPr>
        <p:sp>
          <p:nvSpPr>
            <p:cNvPr id="13" name="AutoShape 13"/>
            <p:cNvSpPr/>
            <p:nvPr/>
          </p:nvSpPr>
          <p:spPr>
            <a:xfrm>
              <a:off x="0" y="104636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0" y="12700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0" y="2545053"/>
            <a:ext cx="18288000" cy="88002"/>
            <a:chOff x="0" y="0"/>
            <a:chExt cx="24384000" cy="117336"/>
          </a:xfrm>
        </p:grpSpPr>
        <p:sp>
          <p:nvSpPr>
            <p:cNvPr id="16" name="AutoShape 16"/>
            <p:cNvSpPr/>
            <p:nvPr/>
          </p:nvSpPr>
          <p:spPr>
            <a:xfrm>
              <a:off x="0" y="104636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0" y="12700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6798811" y="422575"/>
            <a:ext cx="4690379" cy="174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90"/>
              </a:lnSpc>
            </a:pPr>
            <a:r>
              <a:rPr lang="en-US" sz="10210" b="1" spc="377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目录</a:t>
            </a:r>
            <a:endParaRPr lang="en-US" sz="10210" b="1" spc="377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1305057" y="3506541"/>
            <a:ext cx="1359720" cy="135972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406" tIns="44406" rIns="44406" bIns="4440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5057" y="3594375"/>
            <a:ext cx="1359720" cy="106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0"/>
              </a:lnSpc>
            </a:pPr>
            <a:r>
              <a:rPr lang="en-US" sz="6310" spc="233">
                <a:solidFill>
                  <a:srgbClr val="FFFFF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01</a:t>
            </a:r>
            <a:endParaRPr lang="en-US" sz="6310" spc="233">
              <a:solidFill>
                <a:srgbClr val="FFFFF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98337" y="3382716"/>
            <a:ext cx="5934844" cy="2226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0"/>
              </a:lnSpc>
            </a:pPr>
            <a:r>
              <a:rPr lang="en-US" sz="6370" spc="23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6370" spc="23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  <a:p>
            <a:pPr algn="l">
              <a:lnSpc>
                <a:spcPts val="892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2798337" y="4459804"/>
            <a:ext cx="5934844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6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 </a:t>
            </a:r>
            <a:r>
              <a:rPr lang="en-US" sz="2300" spc="16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English</a:t>
            </a:r>
            <a:endParaRPr lang="en-US" sz="2300" spc="16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9554819" y="3506541"/>
            <a:ext cx="1359720" cy="135972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406" tIns="44406" rIns="44406" bIns="4440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554819" y="3594375"/>
            <a:ext cx="1359720" cy="106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0"/>
              </a:lnSpc>
            </a:pPr>
            <a:r>
              <a:rPr lang="en-US" sz="6310" spc="233">
                <a:solidFill>
                  <a:srgbClr val="FFFFF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02</a:t>
            </a:r>
            <a:endParaRPr lang="en-US" sz="6310" spc="233">
              <a:solidFill>
                <a:srgbClr val="FFFFF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048098" y="3382716"/>
            <a:ext cx="5934844" cy="109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0"/>
              </a:lnSpc>
            </a:pPr>
            <a:r>
              <a:rPr lang="en-US" sz="6370" spc="23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6370" spc="23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048098" y="4459804"/>
            <a:ext cx="5934844" cy="39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48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 </a:t>
            </a:r>
            <a:r>
              <a:rPr lang="en-US" sz="2300" spc="248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English</a:t>
            </a:r>
            <a:endParaRPr lang="en-US" sz="2300" spc="248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grpSp>
        <p:nvGrpSpPr>
          <p:cNvPr id="31" name="Group 31"/>
          <p:cNvGrpSpPr/>
          <p:nvPr/>
        </p:nvGrpSpPr>
        <p:grpSpPr>
          <a:xfrm rot="0">
            <a:off x="1305057" y="5911663"/>
            <a:ext cx="1359720" cy="1359720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406" tIns="44406" rIns="44406" bIns="4440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05057" y="5999496"/>
            <a:ext cx="1359720" cy="106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0"/>
              </a:lnSpc>
            </a:pPr>
            <a:r>
              <a:rPr lang="en-US" sz="6310" spc="233">
                <a:solidFill>
                  <a:srgbClr val="FFFFF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03</a:t>
            </a:r>
            <a:endParaRPr lang="en-US" sz="6310" spc="233">
              <a:solidFill>
                <a:srgbClr val="FFFFF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798337" y="5787838"/>
            <a:ext cx="5934844" cy="109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0"/>
              </a:lnSpc>
            </a:pPr>
            <a:r>
              <a:rPr lang="en-US" sz="6370" spc="23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6370" spc="23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798337" y="6864925"/>
            <a:ext cx="5934844" cy="39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434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 </a:t>
            </a:r>
            <a:r>
              <a:rPr lang="en-US" sz="2300" spc="434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English</a:t>
            </a:r>
            <a:endParaRPr lang="en-US" sz="2300" spc="434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9554819" y="5911663"/>
            <a:ext cx="1359720" cy="1359720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4406" tIns="44406" rIns="44406" bIns="4440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554819" y="5999496"/>
            <a:ext cx="1359720" cy="106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0"/>
              </a:lnSpc>
            </a:pPr>
            <a:r>
              <a:rPr lang="en-US" sz="6310" spc="233">
                <a:solidFill>
                  <a:srgbClr val="FFFFF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04</a:t>
            </a:r>
            <a:endParaRPr lang="en-US" sz="6310" spc="233">
              <a:solidFill>
                <a:srgbClr val="FFFFF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048098" y="5787838"/>
            <a:ext cx="5934844" cy="109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0"/>
              </a:lnSpc>
            </a:pPr>
            <a:r>
              <a:rPr lang="en-US" sz="6370" spc="23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6370" spc="23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048098" y="6864925"/>
            <a:ext cx="5934844" cy="39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85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 </a:t>
            </a:r>
            <a:r>
              <a:rPr lang="en-US" sz="2300" spc="85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English</a:t>
            </a:r>
            <a:endParaRPr lang="en-US" sz="2300" spc="85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10057757"/>
            <a:ext cx="18288000" cy="229243"/>
            <a:chOff x="0" y="0"/>
            <a:chExt cx="4816593" cy="603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0024849" y="-1182137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0" y="1939931"/>
            <a:ext cx="18288000" cy="6292940"/>
            <a:chOff x="0" y="0"/>
            <a:chExt cx="4816593" cy="1657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657400"/>
            </a:xfrm>
            <a:custGeom>
              <a:avLst/>
              <a:gdLst/>
              <a:ahLst/>
              <a:cxnLst/>
              <a:rect l="l" t="t" r="r" b="b"/>
              <a:pathLst>
                <a:path w="4816592" h="1657400">
                  <a:moveTo>
                    <a:pt x="0" y="0"/>
                  </a:moveTo>
                  <a:lnTo>
                    <a:pt x="4816592" y="0"/>
                  </a:lnTo>
                  <a:lnTo>
                    <a:pt x="4816592" y="1657400"/>
                  </a:lnTo>
                  <a:lnTo>
                    <a:pt x="0" y="1657400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169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0" y="8144869"/>
            <a:ext cx="18288000" cy="88002"/>
            <a:chOff x="0" y="0"/>
            <a:chExt cx="24384000" cy="117336"/>
          </a:xfrm>
        </p:grpSpPr>
        <p:sp>
          <p:nvSpPr>
            <p:cNvPr id="11" name="AutoShape 11"/>
            <p:cNvSpPr/>
            <p:nvPr/>
          </p:nvSpPr>
          <p:spPr>
            <a:xfrm>
              <a:off x="0" y="104636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0" y="12700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0" y="0"/>
            <a:ext cx="18288000" cy="229243"/>
            <a:chOff x="0" y="0"/>
            <a:chExt cx="4816593" cy="603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23753" y="3050539"/>
            <a:ext cx="15640495" cy="16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9870" b="1" spc="365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9870" b="1" spc="365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23753" y="4671129"/>
            <a:ext cx="15640495" cy="54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3115" spc="352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ENGLISH</a:t>
            </a:r>
            <a:endParaRPr lang="en-US" sz="3115" spc="352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23753" y="5403934"/>
            <a:ext cx="15640495" cy="71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5">
                <a:solidFill>
                  <a:srgbClr val="A8896F">
                    <a:alpha val="73725"/>
                  </a:srgbClr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演示文稿是一种实用的工具，可以是演示，演讲，报告等。大部分时间，它们都是在为观众服务。它们有多种用途，是演讲和教学的有力工具。</a:t>
            </a:r>
            <a:r>
              <a:rPr lang="en-US" sz="2065">
                <a:solidFill>
                  <a:srgbClr val="A8896F">
                    <a:alpha val="73725"/>
                  </a:srgbClr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如果您想在演示文稿中展现内容，可以选择多种可以选择多种方式</a:t>
            </a:r>
            <a:endParaRPr lang="en-US" sz="2065">
              <a:solidFill>
                <a:srgbClr val="A8896F">
                  <a:alpha val="73725"/>
                </a:srgbClr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431317" y="7178287"/>
            <a:ext cx="3425366" cy="68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0"/>
              </a:lnSpc>
            </a:pPr>
            <a:r>
              <a:rPr lang="en-US" sz="3935" spc="145">
                <a:solidFill>
                  <a:srgbClr val="5B3E32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ONE</a:t>
            </a:r>
            <a:endParaRPr lang="en-US" sz="3935" spc="145">
              <a:solidFill>
                <a:srgbClr val="5B3E32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7150794" y="530690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2" y="0"/>
                </a:lnTo>
                <a:lnTo>
                  <a:pt x="3986412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9889191" y="2685380"/>
            <a:ext cx="6623285" cy="5976221"/>
            <a:chOff x="0" y="0"/>
            <a:chExt cx="1744404" cy="15739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4404" cy="1573984"/>
            </a:xfrm>
            <a:custGeom>
              <a:avLst/>
              <a:gdLst/>
              <a:ahLst/>
              <a:cxnLst/>
              <a:rect l="l" t="t" r="r" b="b"/>
              <a:pathLst>
                <a:path w="1744404" h="1573984">
                  <a:moveTo>
                    <a:pt x="4676" y="0"/>
                  </a:moveTo>
                  <a:lnTo>
                    <a:pt x="1739729" y="0"/>
                  </a:lnTo>
                  <a:cubicBezTo>
                    <a:pt x="1740969" y="0"/>
                    <a:pt x="1742158" y="493"/>
                    <a:pt x="1743035" y="1369"/>
                  </a:cubicBezTo>
                  <a:cubicBezTo>
                    <a:pt x="1743912" y="2246"/>
                    <a:pt x="1744404" y="3436"/>
                    <a:pt x="1744404" y="4676"/>
                  </a:cubicBezTo>
                  <a:lnTo>
                    <a:pt x="1744404" y="1569309"/>
                  </a:lnTo>
                  <a:cubicBezTo>
                    <a:pt x="1744404" y="1570549"/>
                    <a:pt x="1743912" y="1571738"/>
                    <a:pt x="1743035" y="1572615"/>
                  </a:cubicBezTo>
                  <a:cubicBezTo>
                    <a:pt x="1742158" y="1573492"/>
                    <a:pt x="1740969" y="1573984"/>
                    <a:pt x="1739729" y="1573984"/>
                  </a:cubicBezTo>
                  <a:lnTo>
                    <a:pt x="4676" y="1573984"/>
                  </a:lnTo>
                  <a:cubicBezTo>
                    <a:pt x="3436" y="1573984"/>
                    <a:pt x="2246" y="1573492"/>
                    <a:pt x="1369" y="1572615"/>
                  </a:cubicBezTo>
                  <a:cubicBezTo>
                    <a:pt x="493" y="1571738"/>
                    <a:pt x="0" y="1570549"/>
                    <a:pt x="0" y="1569309"/>
                  </a:cubicBezTo>
                  <a:lnTo>
                    <a:pt x="0" y="4676"/>
                  </a:lnTo>
                  <a:cubicBezTo>
                    <a:pt x="0" y="3436"/>
                    <a:pt x="493" y="2246"/>
                    <a:pt x="1369" y="1369"/>
                  </a:cubicBezTo>
                  <a:cubicBezTo>
                    <a:pt x="2246" y="493"/>
                    <a:pt x="3436" y="0"/>
                    <a:pt x="4676" y="0"/>
                  </a:cubicBezTo>
                  <a:close/>
                </a:path>
              </a:pathLst>
            </a:custGeom>
            <a:solidFill>
              <a:srgbClr val="FAF5EF">
                <a:alpha val="7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44404" cy="1612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0094772" y="2887120"/>
            <a:ext cx="6231551" cy="5489386"/>
            <a:chOff x="0" y="0"/>
            <a:chExt cx="8308735" cy="7319182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3"/>
            <a:srcRect t="5954" b="5954"/>
            <a:stretch>
              <a:fillRect/>
            </a:stretch>
          </p:blipFill>
          <p:spPr>
            <a:xfrm>
              <a:off x="0" y="0"/>
              <a:ext cx="8308735" cy="7319182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 rot="0">
            <a:off x="1775524" y="2685380"/>
            <a:ext cx="920089" cy="92008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A8896F">
                  <a:alpha val="94902"/>
                </a:srgbClr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1407" tIns="31407" rIns="31407" bIns="31407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2029803" y="2887006"/>
            <a:ext cx="411532" cy="516837"/>
          </a:xfrm>
          <a:custGeom>
            <a:avLst/>
            <a:gdLst/>
            <a:ahLst/>
            <a:cxnLst/>
            <a:rect l="l" t="t" r="r" b="b"/>
            <a:pathLst>
              <a:path w="411532" h="516837">
                <a:moveTo>
                  <a:pt x="0" y="0"/>
                </a:moveTo>
                <a:lnTo>
                  <a:pt x="411531" y="0"/>
                </a:lnTo>
                <a:lnTo>
                  <a:pt x="411531" y="516837"/>
                </a:lnTo>
                <a:lnTo>
                  <a:pt x="0" y="516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 rot="0">
            <a:off x="3243653" y="3051801"/>
            <a:ext cx="187247" cy="18724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3E32">
                <a:alpha val="94902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4086" tIns="44086" rIns="44086" bIns="44086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3162338" y="2970486"/>
            <a:ext cx="349876" cy="34987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BFB0">
                <a:alpha val="16863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4086" tIns="44086" rIns="44086" bIns="44086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775524" y="4775754"/>
            <a:ext cx="920089" cy="920089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A8896F">
                  <a:alpha val="94902"/>
                </a:srgbClr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1407" tIns="31407" rIns="31407" bIns="31407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31" name="Group 31"/>
          <p:cNvGrpSpPr/>
          <p:nvPr/>
        </p:nvGrpSpPr>
        <p:grpSpPr>
          <a:xfrm rot="0">
            <a:off x="3162338" y="5060860"/>
            <a:ext cx="349876" cy="34987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3E32">
                <a:alpha val="16863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4086" tIns="44086" rIns="44086" bIns="44086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3243653" y="5142175"/>
            <a:ext cx="187247" cy="18724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BFB0">
                <a:alpha val="94902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4086" tIns="44086" rIns="44086" bIns="44086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37" name="Group 37"/>
          <p:cNvGrpSpPr/>
          <p:nvPr/>
        </p:nvGrpSpPr>
        <p:grpSpPr>
          <a:xfrm rot="0">
            <a:off x="1775524" y="6866128"/>
            <a:ext cx="920089" cy="920089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A8896F">
                  <a:alpha val="94902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1407" tIns="31407" rIns="31407" bIns="31407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40" name="Group 40"/>
          <p:cNvGrpSpPr/>
          <p:nvPr/>
        </p:nvGrpSpPr>
        <p:grpSpPr>
          <a:xfrm rot="0">
            <a:off x="3162338" y="7151234"/>
            <a:ext cx="349876" cy="349876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3E32">
                <a:alpha val="16863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4086" tIns="44086" rIns="44086" bIns="44086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grpSp>
        <p:nvGrpSpPr>
          <p:cNvPr id="43" name="Group 43"/>
          <p:cNvGrpSpPr/>
          <p:nvPr/>
        </p:nvGrpSpPr>
        <p:grpSpPr>
          <a:xfrm rot="0">
            <a:off x="3243653" y="7232549"/>
            <a:ext cx="187247" cy="187247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BFB0">
                <a:alpha val="94902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4086" tIns="44086" rIns="44086" bIns="44086" rtlCol="0" anchor="ctr"/>
            <a:lstStyle/>
            <a:p>
              <a:pPr algn="ctr">
                <a:lnSpc>
                  <a:spcPts val="2290"/>
                </a:lnSpc>
              </a:pPr>
            </a:p>
          </p:txBody>
        </p:sp>
      </p:grpSp>
      <p:sp>
        <p:nvSpPr>
          <p:cNvPr id="46" name="Freeform 46"/>
          <p:cNvSpPr/>
          <p:nvPr/>
        </p:nvSpPr>
        <p:spPr>
          <a:xfrm>
            <a:off x="1997444" y="4997673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7" name="Freeform 47"/>
          <p:cNvSpPr/>
          <p:nvPr/>
        </p:nvSpPr>
        <p:spPr>
          <a:xfrm>
            <a:off x="2057779" y="7067569"/>
            <a:ext cx="355580" cy="517208"/>
          </a:xfrm>
          <a:custGeom>
            <a:avLst/>
            <a:gdLst/>
            <a:ahLst/>
            <a:cxnLst/>
            <a:rect l="l" t="t" r="r" b="b"/>
            <a:pathLst>
              <a:path w="355580" h="517208">
                <a:moveTo>
                  <a:pt x="0" y="0"/>
                </a:moveTo>
                <a:lnTo>
                  <a:pt x="355580" y="0"/>
                </a:lnTo>
                <a:lnTo>
                  <a:pt x="355580" y="517207"/>
                </a:lnTo>
                <a:lnTo>
                  <a:pt x="0" y="5172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8" name="TextBox 48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ONE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3977474" y="2618705"/>
            <a:ext cx="474675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5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5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3977474" y="3258633"/>
            <a:ext cx="4746755" cy="119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454545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演示文稿是实用的工具，如果您想在演示文稿中展现内容。您可以在讲座中包含团队照片，产品说明或目标</a:t>
            </a:r>
            <a:endParaRPr lang="en-US" sz="1800" b="1">
              <a:solidFill>
                <a:srgbClr val="454545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3977474" y="4709079"/>
            <a:ext cx="474675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5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5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77474" y="5349007"/>
            <a:ext cx="4746755" cy="119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454545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演示文稿是实用的工具，如果您想在演示文稿中展现内容。您可以在讲座中包含团队照片，产品说明或目标</a:t>
            </a:r>
            <a:endParaRPr lang="en-US" sz="1800" b="1">
              <a:solidFill>
                <a:srgbClr val="454545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77474" y="6799453"/>
            <a:ext cx="474675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5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5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3977474" y="7439381"/>
            <a:ext cx="4746755" cy="1196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1">
                <a:solidFill>
                  <a:srgbClr val="454545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演示文稿是实用的工具，如果您想在演示文稿中展现内容。您可以在讲座中包含团队照片，产品说明或目标</a:t>
            </a:r>
            <a:endParaRPr lang="en-US" sz="1800" b="1">
              <a:solidFill>
                <a:srgbClr val="454545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56" name="Freeform 56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TWO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-10800000">
            <a:off x="4458305" y="2806814"/>
            <a:ext cx="4643440" cy="2404211"/>
            <a:chOff x="0" y="0"/>
            <a:chExt cx="461991" cy="2392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1991" cy="239203"/>
            </a:xfrm>
            <a:custGeom>
              <a:avLst/>
              <a:gdLst/>
              <a:ahLst/>
              <a:cxnLst/>
              <a:rect l="l" t="t" r="r" b="b"/>
              <a:pathLst>
                <a:path w="461991" h="239203">
                  <a:moveTo>
                    <a:pt x="21675" y="0"/>
                  </a:moveTo>
                  <a:lnTo>
                    <a:pt x="440317" y="0"/>
                  </a:lnTo>
                  <a:cubicBezTo>
                    <a:pt x="452287" y="0"/>
                    <a:pt x="461991" y="9704"/>
                    <a:pt x="461991" y="21675"/>
                  </a:cubicBezTo>
                  <a:lnTo>
                    <a:pt x="461991" y="217528"/>
                  </a:lnTo>
                  <a:cubicBezTo>
                    <a:pt x="461991" y="229499"/>
                    <a:pt x="452287" y="239203"/>
                    <a:pt x="440317" y="239203"/>
                  </a:cubicBezTo>
                  <a:lnTo>
                    <a:pt x="21675" y="239203"/>
                  </a:lnTo>
                  <a:cubicBezTo>
                    <a:pt x="9704" y="239203"/>
                    <a:pt x="0" y="229499"/>
                    <a:pt x="0" y="217528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61991" cy="286828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8468698" y="4577976"/>
            <a:ext cx="1266096" cy="126609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658746" y="3098710"/>
            <a:ext cx="424255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AF5F1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FAF5F1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58746" y="3731170"/>
            <a:ext cx="4242558" cy="112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1800">
                <a:solidFill>
                  <a:srgbClr val="FAF5F1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</a:t>
            </a:r>
            <a:endParaRPr lang="en-US" sz="1800">
              <a:solidFill>
                <a:srgbClr val="FAF5F1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68698" y="4653811"/>
            <a:ext cx="1266096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1</a:t>
            </a:r>
            <a:endParaRPr lang="en-US" sz="60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 rot="-10800000">
            <a:off x="10726810" y="2806814"/>
            <a:ext cx="4643440" cy="2404211"/>
            <a:chOff x="0" y="0"/>
            <a:chExt cx="461991" cy="2392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61991" cy="239203"/>
            </a:xfrm>
            <a:custGeom>
              <a:avLst/>
              <a:gdLst/>
              <a:ahLst/>
              <a:cxnLst/>
              <a:rect l="l" t="t" r="r" b="b"/>
              <a:pathLst>
                <a:path w="461991" h="239203">
                  <a:moveTo>
                    <a:pt x="21675" y="0"/>
                  </a:moveTo>
                  <a:lnTo>
                    <a:pt x="440317" y="0"/>
                  </a:lnTo>
                  <a:cubicBezTo>
                    <a:pt x="452287" y="0"/>
                    <a:pt x="461991" y="9704"/>
                    <a:pt x="461991" y="21675"/>
                  </a:cubicBezTo>
                  <a:lnTo>
                    <a:pt x="461991" y="217528"/>
                  </a:lnTo>
                  <a:cubicBezTo>
                    <a:pt x="461991" y="229499"/>
                    <a:pt x="452287" y="239203"/>
                    <a:pt x="440317" y="239203"/>
                  </a:cubicBezTo>
                  <a:lnTo>
                    <a:pt x="21675" y="239203"/>
                  </a:lnTo>
                  <a:cubicBezTo>
                    <a:pt x="9704" y="239203"/>
                    <a:pt x="0" y="229499"/>
                    <a:pt x="0" y="217528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AF5E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61991" cy="286828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14737203" y="4577976"/>
            <a:ext cx="1266096" cy="126609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927251" y="3098710"/>
            <a:ext cx="424255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27251" y="3731170"/>
            <a:ext cx="4242558" cy="112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18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</a:t>
            </a:r>
            <a:endParaRPr lang="en-US" sz="18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737203" y="4653811"/>
            <a:ext cx="1266096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2</a:t>
            </a:r>
            <a:endParaRPr lang="en-US" sz="60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32" name="Group 32"/>
          <p:cNvGrpSpPr/>
          <p:nvPr/>
        </p:nvGrpSpPr>
        <p:grpSpPr>
          <a:xfrm rot="-10800000">
            <a:off x="2284701" y="6082197"/>
            <a:ext cx="4643440" cy="2404211"/>
            <a:chOff x="0" y="0"/>
            <a:chExt cx="461991" cy="23920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61991" cy="239203"/>
            </a:xfrm>
            <a:custGeom>
              <a:avLst/>
              <a:gdLst/>
              <a:ahLst/>
              <a:cxnLst/>
              <a:rect l="l" t="t" r="r" b="b"/>
              <a:pathLst>
                <a:path w="461991" h="239203">
                  <a:moveTo>
                    <a:pt x="21675" y="0"/>
                  </a:moveTo>
                  <a:lnTo>
                    <a:pt x="440317" y="0"/>
                  </a:lnTo>
                  <a:cubicBezTo>
                    <a:pt x="452287" y="0"/>
                    <a:pt x="461991" y="9704"/>
                    <a:pt x="461991" y="21675"/>
                  </a:cubicBezTo>
                  <a:lnTo>
                    <a:pt x="461991" y="217528"/>
                  </a:lnTo>
                  <a:cubicBezTo>
                    <a:pt x="461991" y="229499"/>
                    <a:pt x="452287" y="239203"/>
                    <a:pt x="440317" y="239203"/>
                  </a:cubicBezTo>
                  <a:lnTo>
                    <a:pt x="21675" y="239203"/>
                  </a:lnTo>
                  <a:cubicBezTo>
                    <a:pt x="9704" y="239203"/>
                    <a:pt x="0" y="229499"/>
                    <a:pt x="0" y="217528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AF5E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61991" cy="286828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 rot="-10800000">
            <a:off x="6295094" y="7853360"/>
            <a:ext cx="1266096" cy="1266096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485142" y="6374094"/>
            <a:ext cx="424255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485142" y="7006554"/>
            <a:ext cx="4242558" cy="112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18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</a:t>
            </a:r>
            <a:endParaRPr lang="en-US" sz="18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295094" y="7929195"/>
            <a:ext cx="1266096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3</a:t>
            </a:r>
            <a:endParaRPr lang="en-US" sz="60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41" name="Group 41"/>
          <p:cNvGrpSpPr/>
          <p:nvPr/>
        </p:nvGrpSpPr>
        <p:grpSpPr>
          <a:xfrm rot="-10800000">
            <a:off x="8553206" y="6082197"/>
            <a:ext cx="4643440" cy="2404211"/>
            <a:chOff x="0" y="0"/>
            <a:chExt cx="461991" cy="23920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61991" cy="239203"/>
            </a:xfrm>
            <a:custGeom>
              <a:avLst/>
              <a:gdLst/>
              <a:ahLst/>
              <a:cxnLst/>
              <a:rect l="l" t="t" r="r" b="b"/>
              <a:pathLst>
                <a:path w="461991" h="239203">
                  <a:moveTo>
                    <a:pt x="21675" y="0"/>
                  </a:moveTo>
                  <a:lnTo>
                    <a:pt x="440317" y="0"/>
                  </a:lnTo>
                  <a:cubicBezTo>
                    <a:pt x="452287" y="0"/>
                    <a:pt x="461991" y="9704"/>
                    <a:pt x="461991" y="21675"/>
                  </a:cubicBezTo>
                  <a:lnTo>
                    <a:pt x="461991" y="217528"/>
                  </a:lnTo>
                  <a:cubicBezTo>
                    <a:pt x="461991" y="229499"/>
                    <a:pt x="452287" y="239203"/>
                    <a:pt x="440317" y="239203"/>
                  </a:cubicBezTo>
                  <a:lnTo>
                    <a:pt x="21675" y="239203"/>
                  </a:lnTo>
                  <a:cubicBezTo>
                    <a:pt x="9704" y="239203"/>
                    <a:pt x="0" y="229499"/>
                    <a:pt x="0" y="217528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461991" cy="286828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4" name="Group 44"/>
          <p:cNvGrpSpPr/>
          <p:nvPr/>
        </p:nvGrpSpPr>
        <p:grpSpPr>
          <a:xfrm rot="-10800000">
            <a:off x="12563599" y="7853360"/>
            <a:ext cx="1266096" cy="1266096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753647" y="6374094"/>
            <a:ext cx="424255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AF5F1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FAF5F1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753647" y="7006554"/>
            <a:ext cx="4242558" cy="112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1800">
                <a:solidFill>
                  <a:srgbClr val="FAF5F1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</a:t>
            </a:r>
            <a:endParaRPr lang="en-US" sz="1800">
              <a:solidFill>
                <a:srgbClr val="FAF5F1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2563599" y="7929195"/>
            <a:ext cx="1266096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4</a:t>
            </a:r>
            <a:endParaRPr lang="en-US" sz="60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50" name="Freeform 50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2017540" y="5269712"/>
            <a:ext cx="14252921" cy="3344491"/>
            <a:chOff x="0" y="0"/>
            <a:chExt cx="19003895" cy="4459321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3"/>
            <a:srcRect l="8921" r="8921"/>
            <a:stretch>
              <a:fillRect/>
            </a:stretch>
          </p:blipFill>
          <p:spPr>
            <a:xfrm>
              <a:off x="0" y="0"/>
              <a:ext cx="6106032" cy="4459321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4"/>
            <a:srcRect l="4316" r="4316"/>
            <a:stretch>
              <a:fillRect/>
            </a:stretch>
          </p:blipFill>
          <p:spPr>
            <a:xfrm>
              <a:off x="6448932" y="0"/>
              <a:ext cx="6106032" cy="4459321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/>
            <a:srcRect l="8797" r="8797"/>
            <a:stretch>
              <a:fillRect/>
            </a:stretch>
          </p:blipFill>
          <p:spPr>
            <a:xfrm>
              <a:off x="12897863" y="0"/>
              <a:ext cx="6106032" cy="4459321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 rot="0">
            <a:off x="2017540" y="2343578"/>
            <a:ext cx="7000861" cy="2263365"/>
            <a:chOff x="0" y="0"/>
            <a:chExt cx="1843848" cy="5961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43848" cy="596113"/>
            </a:xfrm>
            <a:custGeom>
              <a:avLst/>
              <a:gdLst/>
              <a:ahLst/>
              <a:cxnLst/>
              <a:rect l="l" t="t" r="r" b="b"/>
              <a:pathLst>
                <a:path w="1843848" h="596113">
                  <a:moveTo>
                    <a:pt x="0" y="0"/>
                  </a:moveTo>
                  <a:lnTo>
                    <a:pt x="1843848" y="0"/>
                  </a:lnTo>
                  <a:lnTo>
                    <a:pt x="1843848" y="596113"/>
                  </a:lnTo>
                  <a:lnTo>
                    <a:pt x="0" y="596113"/>
                  </a:lnTo>
                  <a:close/>
                </a:path>
              </a:pathLst>
            </a:custGeom>
            <a:solidFill>
              <a:srgbClr val="FAF5EF">
                <a:alpha val="6000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843848" cy="63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9269600" y="2343578"/>
            <a:ext cx="7000861" cy="2263365"/>
            <a:chOff x="0" y="0"/>
            <a:chExt cx="1843848" cy="5961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43848" cy="596113"/>
            </a:xfrm>
            <a:custGeom>
              <a:avLst/>
              <a:gdLst/>
              <a:ahLst/>
              <a:cxnLst/>
              <a:rect l="l" t="t" r="r" b="b"/>
              <a:pathLst>
                <a:path w="1843848" h="596113">
                  <a:moveTo>
                    <a:pt x="0" y="0"/>
                  </a:moveTo>
                  <a:lnTo>
                    <a:pt x="1843848" y="0"/>
                  </a:lnTo>
                  <a:lnTo>
                    <a:pt x="1843848" y="596113"/>
                  </a:lnTo>
                  <a:lnTo>
                    <a:pt x="0" y="596113"/>
                  </a:lnTo>
                  <a:close/>
                </a:path>
              </a:pathLst>
            </a:custGeom>
            <a:solidFill>
              <a:srgbClr val="5B3E32">
                <a:alpha val="6000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843848" cy="634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TWO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426994" y="2773905"/>
            <a:ext cx="618195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359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359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426994" y="3395565"/>
            <a:ext cx="618195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730" spc="172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演示文稿是实用的工具，如果您想在演示文稿中展现内容，可以选择多种方式。您可以在讲座中包含团队照片，产品说明或目标</a:t>
            </a:r>
            <a:endParaRPr lang="en-US" sz="1730" spc="172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679054" y="2773905"/>
            <a:ext cx="618195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359">
                <a:solidFill>
                  <a:srgbClr val="FFFFF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359">
              <a:solidFill>
                <a:srgbClr val="FFFFF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679054" y="3395565"/>
            <a:ext cx="6181952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730" spc="172">
                <a:solidFill>
                  <a:srgbClr val="FFFFF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演示文稿是实用的工具，如果您想在演示文稿中展现内容，可以选择多种方式。您可以在讲座中包含团队照片，产品说明或目标</a:t>
            </a:r>
            <a:endParaRPr lang="en-US" sz="1730" spc="172">
              <a:solidFill>
                <a:srgbClr val="FFFFF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968661" y="2306549"/>
            <a:ext cx="5545418" cy="6592334"/>
          </a:xfrm>
          <a:custGeom>
            <a:avLst/>
            <a:gdLst/>
            <a:ahLst/>
            <a:cxnLst/>
            <a:rect l="l" t="t" r="r" b="b"/>
            <a:pathLst>
              <a:path w="5545418" h="6592334">
                <a:moveTo>
                  <a:pt x="0" y="0"/>
                </a:moveTo>
                <a:lnTo>
                  <a:pt x="5545417" y="0"/>
                </a:lnTo>
                <a:lnTo>
                  <a:pt x="5545417" y="6592333"/>
                </a:lnTo>
                <a:lnTo>
                  <a:pt x="0" y="6592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6204"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4236035" y="2605922"/>
            <a:ext cx="861691" cy="86169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1F0"/>
            </a:solidFill>
            <a:ln w="1905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0226" tIns="40226" rIns="40226" bIns="4022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6" name="Freeform 16"/>
          <p:cNvSpPr/>
          <p:nvPr/>
        </p:nvSpPr>
        <p:spPr>
          <a:xfrm>
            <a:off x="4460331" y="2831423"/>
            <a:ext cx="413100" cy="410690"/>
          </a:xfrm>
          <a:custGeom>
            <a:avLst/>
            <a:gdLst/>
            <a:ahLst/>
            <a:cxnLst/>
            <a:rect l="l" t="t" r="r" b="b"/>
            <a:pathLst>
              <a:path w="413100" h="410690">
                <a:moveTo>
                  <a:pt x="0" y="0"/>
                </a:moveTo>
                <a:lnTo>
                  <a:pt x="413100" y="0"/>
                </a:lnTo>
                <a:lnTo>
                  <a:pt x="413100" y="410690"/>
                </a:lnTo>
                <a:lnTo>
                  <a:pt x="0" y="410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 rot="0">
            <a:off x="5715740" y="4332739"/>
            <a:ext cx="861691" cy="86169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1F0"/>
            </a:solidFill>
            <a:ln w="1905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0226" tIns="40226" rIns="40226" bIns="4022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>
            <a:off x="5940035" y="4558240"/>
            <a:ext cx="413100" cy="410690"/>
          </a:xfrm>
          <a:custGeom>
            <a:avLst/>
            <a:gdLst/>
            <a:ahLst/>
            <a:cxnLst/>
            <a:rect l="l" t="t" r="r" b="b"/>
            <a:pathLst>
              <a:path w="413100" h="410690">
                <a:moveTo>
                  <a:pt x="0" y="0"/>
                </a:moveTo>
                <a:lnTo>
                  <a:pt x="413100" y="0"/>
                </a:lnTo>
                <a:lnTo>
                  <a:pt x="413100" y="410690"/>
                </a:lnTo>
                <a:lnTo>
                  <a:pt x="0" y="410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5715740" y="6059557"/>
            <a:ext cx="861691" cy="86169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1F0"/>
            </a:solidFill>
            <a:ln w="1905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0226" tIns="40226" rIns="40226" bIns="4022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>
            <a:off x="5940035" y="6285057"/>
            <a:ext cx="413100" cy="410690"/>
          </a:xfrm>
          <a:custGeom>
            <a:avLst/>
            <a:gdLst/>
            <a:ahLst/>
            <a:cxnLst/>
            <a:rect l="l" t="t" r="r" b="b"/>
            <a:pathLst>
              <a:path w="413100" h="410690">
                <a:moveTo>
                  <a:pt x="0" y="0"/>
                </a:moveTo>
                <a:lnTo>
                  <a:pt x="413100" y="0"/>
                </a:lnTo>
                <a:lnTo>
                  <a:pt x="413100" y="410690"/>
                </a:lnTo>
                <a:lnTo>
                  <a:pt x="0" y="410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 rot="0">
            <a:off x="4236035" y="7786374"/>
            <a:ext cx="861691" cy="86169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1F0"/>
            </a:solidFill>
            <a:ln w="1905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0226" tIns="40226" rIns="40226" bIns="40226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8" name="Freeform 28"/>
          <p:cNvSpPr/>
          <p:nvPr/>
        </p:nvSpPr>
        <p:spPr>
          <a:xfrm>
            <a:off x="4460331" y="8011874"/>
            <a:ext cx="413100" cy="410690"/>
          </a:xfrm>
          <a:custGeom>
            <a:avLst/>
            <a:gdLst/>
            <a:ahLst/>
            <a:cxnLst/>
            <a:rect l="l" t="t" r="r" b="b"/>
            <a:pathLst>
              <a:path w="413100" h="410690">
                <a:moveTo>
                  <a:pt x="0" y="0"/>
                </a:moveTo>
                <a:lnTo>
                  <a:pt x="413100" y="0"/>
                </a:lnTo>
                <a:lnTo>
                  <a:pt x="413100" y="410691"/>
                </a:lnTo>
                <a:lnTo>
                  <a:pt x="0" y="410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9" name="Group 29"/>
          <p:cNvGrpSpPr>
            <a:grpSpLocks noChangeAspect="1"/>
          </p:cNvGrpSpPr>
          <p:nvPr/>
        </p:nvGrpSpPr>
        <p:grpSpPr>
          <a:xfrm rot="0">
            <a:off x="819009" y="3329073"/>
            <a:ext cx="4547302" cy="4547284"/>
            <a:chOff x="0" y="0"/>
            <a:chExt cx="6350000" cy="63499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49999" r="-49999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TWO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407142" y="2539247"/>
            <a:ext cx="1058214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44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44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407142" y="3160908"/>
            <a:ext cx="1058214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2">
                <a:solidFill>
                  <a:srgbClr val="5B3E32"/>
                </a:solidFill>
                <a:latin typeface="思源宋体 Extra-Light" panose="02020200000000000000" charset="-122"/>
                <a:ea typeface="思源宋体 Extra-Light" panose="02020200000000000000" charset="-122"/>
                <a:cs typeface="思源宋体 Extra-Light" panose="02020200000000000000" charset="-122"/>
                <a:sym typeface="思源宋体 Extra-Light" panose="02020200000000000000" charset="-122"/>
              </a:rPr>
              <a:t>演示文稿是一种实用的工具，可以是演示，演讲，报告等大部分时间，它们都是在为观众服务</a:t>
            </a:r>
            <a:endParaRPr lang="en-US" sz="1800" spc="122">
              <a:solidFill>
                <a:srgbClr val="5B3E32"/>
              </a:solidFill>
              <a:latin typeface="思源宋体 Extra-Light" panose="02020200000000000000" charset="-122"/>
              <a:ea typeface="思源宋体 Extra-Light" panose="02020200000000000000" charset="-122"/>
              <a:cs typeface="思源宋体 Extra-Light" panose="02020200000000000000" charset="-122"/>
              <a:sym typeface="思源宋体 Extra-Light" panose="020202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886847" y="4266064"/>
            <a:ext cx="1058214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44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44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886847" y="4887725"/>
            <a:ext cx="1058214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2">
                <a:solidFill>
                  <a:srgbClr val="5B3E32"/>
                </a:solidFill>
                <a:latin typeface="思源宋体 Extra-Light" panose="02020200000000000000" charset="-122"/>
                <a:ea typeface="思源宋体 Extra-Light" panose="02020200000000000000" charset="-122"/>
                <a:cs typeface="思源宋体 Extra-Light" panose="02020200000000000000" charset="-122"/>
                <a:sym typeface="思源宋体 Extra-Light" panose="02020200000000000000" charset="-122"/>
              </a:rPr>
              <a:t>演示文稿是一种实用的工具，可以是演示，演讲，报告等大部分时间，它们都是在为观众服务</a:t>
            </a:r>
            <a:endParaRPr lang="en-US" sz="1800" spc="122">
              <a:solidFill>
                <a:srgbClr val="5B3E32"/>
              </a:solidFill>
              <a:latin typeface="思源宋体 Extra-Light" panose="02020200000000000000" charset="-122"/>
              <a:ea typeface="思源宋体 Extra-Light" panose="02020200000000000000" charset="-122"/>
              <a:cs typeface="思源宋体 Extra-Light" panose="02020200000000000000" charset="-122"/>
              <a:sym typeface="思源宋体 Extra-Light" panose="020202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886847" y="5992882"/>
            <a:ext cx="1058214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44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44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886847" y="6614543"/>
            <a:ext cx="1058214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2">
                <a:solidFill>
                  <a:srgbClr val="5B3E32"/>
                </a:solidFill>
                <a:latin typeface="思源宋体 Extra-Light" panose="02020200000000000000" charset="-122"/>
                <a:ea typeface="思源宋体 Extra-Light" panose="02020200000000000000" charset="-122"/>
                <a:cs typeface="思源宋体 Extra-Light" panose="02020200000000000000" charset="-122"/>
                <a:sym typeface="思源宋体 Extra-Light" panose="02020200000000000000" charset="-122"/>
              </a:rPr>
              <a:t>演示文稿是一种实用的工具，可以是演示，演讲，报告等大部分时间，它们都是在为观众服务</a:t>
            </a:r>
            <a:endParaRPr lang="en-US" sz="1800" spc="122">
              <a:solidFill>
                <a:srgbClr val="5B3E32"/>
              </a:solidFill>
              <a:latin typeface="思源宋体 Extra-Light" panose="02020200000000000000" charset="-122"/>
              <a:ea typeface="思源宋体 Extra-Light" panose="02020200000000000000" charset="-122"/>
              <a:cs typeface="思源宋体 Extra-Light" panose="02020200000000000000" charset="-122"/>
              <a:sym typeface="思源宋体 Extra-Light" panose="020202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407142" y="7719699"/>
            <a:ext cx="10582144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244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44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407142" y="8341360"/>
            <a:ext cx="1058214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22">
                <a:solidFill>
                  <a:srgbClr val="5B3E32"/>
                </a:solidFill>
                <a:latin typeface="思源宋体 Extra-Light" panose="02020200000000000000" charset="-122"/>
                <a:ea typeface="思源宋体 Extra-Light" panose="02020200000000000000" charset="-122"/>
                <a:cs typeface="思源宋体 Extra-Light" panose="02020200000000000000" charset="-122"/>
                <a:sym typeface="思源宋体 Extra-Light" panose="02020200000000000000" charset="-122"/>
              </a:rPr>
              <a:t>演示文稿是一种实用的工具，可以是演示，演讲，报告等大部分时间，它们都是在为观众服务</a:t>
            </a:r>
            <a:endParaRPr lang="en-US" sz="1800" spc="122">
              <a:solidFill>
                <a:srgbClr val="5B3E32"/>
              </a:solidFill>
              <a:latin typeface="思源宋体 Extra-Light" panose="02020200000000000000" charset="-122"/>
              <a:ea typeface="思源宋体 Extra-Light" panose="02020200000000000000" charset="-122"/>
              <a:cs typeface="思源宋体 Extra-Light" panose="02020200000000000000" charset="-122"/>
              <a:sym typeface="思源宋体 Extra-Light" panose="02020200000000000000" charset="-122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THREE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5524507" y="4186364"/>
            <a:ext cx="23812507" cy="2722013"/>
          </a:xfrm>
          <a:custGeom>
            <a:avLst/>
            <a:gdLst/>
            <a:ahLst/>
            <a:cxnLst/>
            <a:rect l="l" t="t" r="r" b="b"/>
            <a:pathLst>
              <a:path w="23812507" h="2722013">
                <a:moveTo>
                  <a:pt x="0" y="0"/>
                </a:moveTo>
                <a:lnTo>
                  <a:pt x="23812507" y="0"/>
                </a:lnTo>
                <a:lnTo>
                  <a:pt x="23812507" y="2722013"/>
                </a:lnTo>
                <a:lnTo>
                  <a:pt x="0" y="27220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066"/>
            </a:stretch>
          </a:blipFill>
          <a:ln cap="sq">
            <a:noFill/>
            <a:prstDash val="solid"/>
            <a:miter/>
          </a:ln>
        </p:spPr>
      </p:sp>
      <p:sp>
        <p:nvSpPr>
          <p:cNvPr id="15" name="AutoShape 15"/>
          <p:cNvSpPr/>
          <p:nvPr/>
        </p:nvSpPr>
        <p:spPr>
          <a:xfrm flipH="1" flipV="1">
            <a:off x="7982904" y="4575668"/>
            <a:ext cx="311573" cy="311573"/>
          </a:xfrm>
          <a:prstGeom prst="line">
            <a:avLst/>
          </a:prstGeom>
          <a:ln w="38100" cap="rnd">
            <a:solidFill>
              <a:srgbClr val="A8896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 rot="0">
            <a:off x="8142317" y="4731455"/>
            <a:ext cx="331260" cy="33126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D8CC"/>
            </a:solidFill>
            <a:ln w="3810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221505" y="2518288"/>
            <a:ext cx="306759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226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26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21505" y="3160353"/>
            <a:ext cx="3067593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 flipH="1" flipV="1">
            <a:off x="1893905" y="4543412"/>
            <a:ext cx="311573" cy="311573"/>
          </a:xfrm>
          <a:prstGeom prst="line">
            <a:avLst/>
          </a:prstGeom>
          <a:ln w="38100" cap="rnd">
            <a:solidFill>
              <a:srgbClr val="A8896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 rot="0">
            <a:off x="2053318" y="4699198"/>
            <a:ext cx="331260" cy="33126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D8CC"/>
            </a:solidFill>
            <a:ln w="3810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132507" y="2486031"/>
            <a:ext cx="306759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226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26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132507" y="3128097"/>
            <a:ext cx="3067593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 flipH="1" flipV="1">
            <a:off x="14071903" y="4698948"/>
            <a:ext cx="311573" cy="311573"/>
          </a:xfrm>
          <a:prstGeom prst="line">
            <a:avLst/>
          </a:prstGeom>
          <a:ln w="38100" cap="rnd">
            <a:solidFill>
              <a:srgbClr val="A8896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 rot="0">
            <a:off x="14231316" y="4854734"/>
            <a:ext cx="331260" cy="331260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D8CC"/>
            </a:solidFill>
            <a:ln w="3810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310504" y="2641567"/>
            <a:ext cx="306759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226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26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310504" y="3283632"/>
            <a:ext cx="3067593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5230310" y="6361936"/>
            <a:ext cx="311573" cy="311573"/>
          </a:xfrm>
          <a:prstGeom prst="line">
            <a:avLst/>
          </a:prstGeom>
          <a:ln w="38100" cap="rnd">
            <a:solidFill>
              <a:srgbClr val="A8896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 rot="-10800000">
            <a:off x="5386097" y="6182836"/>
            <a:ext cx="331260" cy="331260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D8CC"/>
            </a:solidFill>
            <a:ln w="3810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551727" y="7210694"/>
            <a:ext cx="306759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226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26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551727" y="7852760"/>
            <a:ext cx="3067593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3" name="AutoShape 43"/>
          <p:cNvSpPr/>
          <p:nvPr/>
        </p:nvSpPr>
        <p:spPr>
          <a:xfrm flipH="1">
            <a:off x="11319309" y="6361936"/>
            <a:ext cx="311573" cy="311573"/>
          </a:xfrm>
          <a:prstGeom prst="line">
            <a:avLst/>
          </a:prstGeom>
          <a:ln w="38100" cap="rnd">
            <a:solidFill>
              <a:srgbClr val="A8896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 rot="-10800000">
            <a:off x="11475096" y="6182836"/>
            <a:ext cx="331260" cy="331260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6D8CC"/>
            </a:solidFill>
            <a:ln w="38100" cap="sq">
              <a:solidFill>
                <a:srgbClr val="A8896F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40"/>
                </a:lnSpc>
                <a:spcBef>
                  <a:spcPct val="0"/>
                </a:spcBef>
              </a:p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40726" y="7210694"/>
            <a:ext cx="306759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226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 spc="226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1640726" y="7852760"/>
            <a:ext cx="3067593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50" name="Freeform 50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THREE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55975" y="3221966"/>
            <a:ext cx="456195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155975" y="3988607"/>
            <a:ext cx="4561955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49593" y="3136241"/>
            <a:ext cx="1307096" cy="126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728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01</a:t>
            </a:r>
            <a:endParaRPr lang="en-US" sz="728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49593" y="5902753"/>
            <a:ext cx="1307096" cy="126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  <a:spcBef>
                <a:spcPct val="0"/>
              </a:spcBef>
            </a:pPr>
            <a:r>
              <a:rPr lang="en-US" sz="728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02</a:t>
            </a:r>
            <a:endParaRPr lang="en-US" sz="728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155975" y="5988478"/>
            <a:ext cx="456195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155975" y="6755119"/>
            <a:ext cx="4561955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8212876" y="3288641"/>
            <a:ext cx="1665538" cy="1665538"/>
            <a:chOff x="0" y="0"/>
            <a:chExt cx="2220718" cy="2220718"/>
          </a:xfrm>
        </p:grpSpPr>
        <p:grpSp>
          <p:nvGrpSpPr>
            <p:cNvPr id="21" name="Group 21"/>
            <p:cNvGrpSpPr/>
            <p:nvPr/>
          </p:nvGrpSpPr>
          <p:grpSpPr>
            <a:xfrm rot="-10800000">
              <a:off x="0" y="0"/>
              <a:ext cx="2220718" cy="2220718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CFBA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7879" tIns="37879" rIns="37879" bIns="3787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0352" y="701207"/>
              <a:ext cx="2180013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60"/>
                </a:lnSpc>
                <a:spcBef>
                  <a:spcPct val="0"/>
                </a:spcBef>
              </a:pPr>
              <a:r>
                <a:rPr lang="en-US" sz="3400">
                  <a:solidFill>
                    <a:srgbClr val="5B3E32"/>
                  </a:solidFill>
                  <a:latin typeface="思源宋体" panose="02020400000000000000" charset="-122"/>
                  <a:ea typeface="思源宋体" panose="02020400000000000000" charset="-122"/>
                  <a:cs typeface="思源宋体" panose="02020400000000000000" charset="-122"/>
                  <a:sym typeface="思源宋体" panose="02020400000000000000" charset="-122"/>
                </a:rPr>
                <a:t>关键词</a:t>
              </a:r>
              <a:endPara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0373361" y="3288641"/>
            <a:ext cx="1665538" cy="1665538"/>
            <a:chOff x="0" y="0"/>
            <a:chExt cx="2220718" cy="2220718"/>
          </a:xfrm>
        </p:grpSpPr>
        <p:grpSp>
          <p:nvGrpSpPr>
            <p:cNvPr id="26" name="Group 26"/>
            <p:cNvGrpSpPr/>
            <p:nvPr/>
          </p:nvGrpSpPr>
          <p:grpSpPr>
            <a:xfrm rot="-10800000">
              <a:off x="0" y="0"/>
              <a:ext cx="2220718" cy="2220718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CFBA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7879" tIns="37879" rIns="37879" bIns="37879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0352" y="701207"/>
              <a:ext cx="2180013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60"/>
                </a:lnSpc>
                <a:spcBef>
                  <a:spcPct val="0"/>
                </a:spcBef>
              </a:pPr>
              <a:r>
                <a:rPr lang="en-US" sz="3400">
                  <a:solidFill>
                    <a:srgbClr val="5B3E32"/>
                  </a:solidFill>
                  <a:latin typeface="思源宋体" panose="02020400000000000000" charset="-122"/>
                  <a:ea typeface="思源宋体" panose="02020400000000000000" charset="-122"/>
                  <a:cs typeface="思源宋体" panose="02020400000000000000" charset="-122"/>
                  <a:sym typeface="思源宋体" panose="02020400000000000000" charset="-122"/>
                </a:rPr>
                <a:t>关键词</a:t>
              </a:r>
              <a:endPara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-10800000">
            <a:off x="12533846" y="3288641"/>
            <a:ext cx="1665538" cy="1665538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549110" y="3797878"/>
            <a:ext cx="16350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FAF5EF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关键词</a:t>
            </a:r>
            <a:endParaRPr lang="en-US" sz="3400">
              <a:solidFill>
                <a:srgbClr val="FAF5EF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34" name="Group 34"/>
          <p:cNvGrpSpPr/>
          <p:nvPr/>
        </p:nvGrpSpPr>
        <p:grpSpPr>
          <a:xfrm rot="-10800000">
            <a:off x="14694331" y="3288641"/>
            <a:ext cx="1665538" cy="1665538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4709595" y="3797878"/>
            <a:ext cx="16350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关键词</a:t>
            </a:r>
            <a:endParaRPr lang="en-US" sz="34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38" name="Group 38"/>
          <p:cNvGrpSpPr/>
          <p:nvPr/>
        </p:nvGrpSpPr>
        <p:grpSpPr>
          <a:xfrm rot="-10800000">
            <a:off x="8212876" y="6055153"/>
            <a:ext cx="1665538" cy="1665538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8228141" y="6564390"/>
            <a:ext cx="16350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关键词</a:t>
            </a:r>
            <a:endParaRPr lang="en-US" sz="34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42" name="Group 42"/>
          <p:cNvGrpSpPr/>
          <p:nvPr/>
        </p:nvGrpSpPr>
        <p:grpSpPr>
          <a:xfrm rot="-10800000">
            <a:off x="10373361" y="6055153"/>
            <a:ext cx="1665538" cy="1665538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388625" y="6564390"/>
            <a:ext cx="16350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关键词</a:t>
            </a:r>
            <a:endParaRPr lang="en-US" sz="34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46" name="Group 46"/>
          <p:cNvGrpSpPr/>
          <p:nvPr/>
        </p:nvGrpSpPr>
        <p:grpSpPr>
          <a:xfrm rot="-10800000">
            <a:off x="12533846" y="6055153"/>
            <a:ext cx="1665538" cy="1665538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549110" y="6564390"/>
            <a:ext cx="16350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关键词</a:t>
            </a:r>
            <a:endParaRPr lang="en-US" sz="34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grpSp>
        <p:nvGrpSpPr>
          <p:cNvPr id="50" name="Group 50"/>
          <p:cNvGrpSpPr/>
          <p:nvPr/>
        </p:nvGrpSpPr>
        <p:grpSpPr>
          <a:xfrm rot="-10800000">
            <a:off x="14694331" y="6055153"/>
            <a:ext cx="1665538" cy="1665538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CFBA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7879" tIns="37879" rIns="37879" bIns="37879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709595" y="6564390"/>
            <a:ext cx="16350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关键词</a:t>
            </a:r>
            <a:endParaRPr lang="en-US" sz="34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54" name="Freeform 54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THREE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496161" y="2927750"/>
            <a:ext cx="3264148" cy="1799833"/>
            <a:chOff x="0" y="0"/>
            <a:chExt cx="836659" cy="4613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6659" cy="461329"/>
            </a:xfrm>
            <a:custGeom>
              <a:avLst/>
              <a:gdLst/>
              <a:ahLst/>
              <a:cxnLst/>
              <a:rect l="l" t="t" r="r" b="b"/>
              <a:pathLst>
                <a:path w="836659" h="461329">
                  <a:moveTo>
                    <a:pt x="9487" y="0"/>
                  </a:moveTo>
                  <a:lnTo>
                    <a:pt x="827172" y="0"/>
                  </a:lnTo>
                  <a:cubicBezTo>
                    <a:pt x="829688" y="0"/>
                    <a:pt x="832101" y="1000"/>
                    <a:pt x="833881" y="2779"/>
                  </a:cubicBezTo>
                  <a:cubicBezTo>
                    <a:pt x="835660" y="4558"/>
                    <a:pt x="836659" y="6971"/>
                    <a:pt x="836659" y="9487"/>
                  </a:cubicBezTo>
                  <a:lnTo>
                    <a:pt x="836659" y="451842"/>
                  </a:lnTo>
                  <a:cubicBezTo>
                    <a:pt x="836659" y="454358"/>
                    <a:pt x="835660" y="456772"/>
                    <a:pt x="833881" y="458551"/>
                  </a:cubicBezTo>
                  <a:cubicBezTo>
                    <a:pt x="832101" y="460330"/>
                    <a:pt x="829688" y="461329"/>
                    <a:pt x="827172" y="461329"/>
                  </a:cubicBezTo>
                  <a:lnTo>
                    <a:pt x="9487" y="461329"/>
                  </a:lnTo>
                  <a:cubicBezTo>
                    <a:pt x="6971" y="461329"/>
                    <a:pt x="4558" y="460330"/>
                    <a:pt x="2779" y="458551"/>
                  </a:cubicBezTo>
                  <a:cubicBezTo>
                    <a:pt x="1000" y="456772"/>
                    <a:pt x="0" y="454358"/>
                    <a:pt x="0" y="451842"/>
                  </a:cubicBezTo>
                  <a:lnTo>
                    <a:pt x="0" y="9487"/>
                  </a:lnTo>
                  <a:cubicBezTo>
                    <a:pt x="0" y="6971"/>
                    <a:pt x="1000" y="4558"/>
                    <a:pt x="2779" y="2779"/>
                  </a:cubicBezTo>
                  <a:cubicBezTo>
                    <a:pt x="4558" y="1000"/>
                    <a:pt x="6971" y="0"/>
                    <a:pt x="9487" y="0"/>
                  </a:cubicBezTo>
                  <a:close/>
                </a:path>
              </a:pathLst>
            </a:custGeom>
            <a:solidFill>
              <a:srgbClr val="FAF5EF">
                <a:alpha val="7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36659" cy="49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0"/>
                </a:lnSpc>
                <a:spcBef>
                  <a:spcPct val="0"/>
                </a:spcBef>
              </a:pPr>
            </a:p>
          </p:txBody>
        </p:sp>
      </p:grpSp>
      <p:sp>
        <p:nvSpPr>
          <p:cNvPr id="17" name="Freeform 17"/>
          <p:cNvSpPr/>
          <p:nvPr/>
        </p:nvSpPr>
        <p:spPr>
          <a:xfrm>
            <a:off x="2423683" y="3208541"/>
            <a:ext cx="1409104" cy="1238250"/>
          </a:xfrm>
          <a:custGeom>
            <a:avLst/>
            <a:gdLst/>
            <a:ahLst/>
            <a:cxnLst/>
            <a:rect l="l" t="t" r="r" b="b"/>
            <a:pathLst>
              <a:path w="1409104" h="1238250">
                <a:moveTo>
                  <a:pt x="0" y="0"/>
                </a:moveTo>
                <a:lnTo>
                  <a:pt x="1409103" y="0"/>
                </a:lnTo>
                <a:lnTo>
                  <a:pt x="1409103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5464737" y="2927750"/>
            <a:ext cx="3264148" cy="1799833"/>
            <a:chOff x="0" y="0"/>
            <a:chExt cx="836659" cy="4613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36659" cy="461329"/>
            </a:xfrm>
            <a:custGeom>
              <a:avLst/>
              <a:gdLst/>
              <a:ahLst/>
              <a:cxnLst/>
              <a:rect l="l" t="t" r="r" b="b"/>
              <a:pathLst>
                <a:path w="836659" h="461329">
                  <a:moveTo>
                    <a:pt x="9487" y="0"/>
                  </a:moveTo>
                  <a:lnTo>
                    <a:pt x="827172" y="0"/>
                  </a:lnTo>
                  <a:cubicBezTo>
                    <a:pt x="829688" y="0"/>
                    <a:pt x="832101" y="1000"/>
                    <a:pt x="833881" y="2779"/>
                  </a:cubicBezTo>
                  <a:cubicBezTo>
                    <a:pt x="835660" y="4558"/>
                    <a:pt x="836659" y="6971"/>
                    <a:pt x="836659" y="9487"/>
                  </a:cubicBezTo>
                  <a:lnTo>
                    <a:pt x="836659" y="451842"/>
                  </a:lnTo>
                  <a:cubicBezTo>
                    <a:pt x="836659" y="454358"/>
                    <a:pt x="835660" y="456772"/>
                    <a:pt x="833881" y="458551"/>
                  </a:cubicBezTo>
                  <a:cubicBezTo>
                    <a:pt x="832101" y="460330"/>
                    <a:pt x="829688" y="461329"/>
                    <a:pt x="827172" y="461329"/>
                  </a:cubicBezTo>
                  <a:lnTo>
                    <a:pt x="9487" y="461329"/>
                  </a:lnTo>
                  <a:cubicBezTo>
                    <a:pt x="6971" y="461329"/>
                    <a:pt x="4558" y="460330"/>
                    <a:pt x="2779" y="458551"/>
                  </a:cubicBezTo>
                  <a:cubicBezTo>
                    <a:pt x="1000" y="456772"/>
                    <a:pt x="0" y="454358"/>
                    <a:pt x="0" y="451842"/>
                  </a:cubicBezTo>
                  <a:lnTo>
                    <a:pt x="0" y="9487"/>
                  </a:lnTo>
                  <a:cubicBezTo>
                    <a:pt x="0" y="6971"/>
                    <a:pt x="1000" y="4558"/>
                    <a:pt x="2779" y="2779"/>
                  </a:cubicBezTo>
                  <a:cubicBezTo>
                    <a:pt x="4558" y="1000"/>
                    <a:pt x="6971" y="0"/>
                    <a:pt x="9487" y="0"/>
                  </a:cubicBezTo>
                  <a:close/>
                </a:path>
              </a:pathLst>
            </a:custGeom>
            <a:solidFill>
              <a:srgbClr val="FAF5EF">
                <a:alpha val="7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36659" cy="49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0"/>
                </a:lnSpc>
                <a:spcBef>
                  <a:spcPct val="0"/>
                </a:spcBef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6469054" y="3208541"/>
            <a:ext cx="1255513" cy="1238250"/>
          </a:xfrm>
          <a:custGeom>
            <a:avLst/>
            <a:gdLst/>
            <a:ahLst/>
            <a:cxnLst/>
            <a:rect l="l" t="t" r="r" b="b"/>
            <a:pathLst>
              <a:path w="1255513" h="1238250">
                <a:moveTo>
                  <a:pt x="0" y="0"/>
                </a:moveTo>
                <a:lnTo>
                  <a:pt x="1255513" y="0"/>
                </a:lnTo>
                <a:lnTo>
                  <a:pt x="1255513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 rot="0">
            <a:off x="9559116" y="2927750"/>
            <a:ext cx="3264148" cy="1799833"/>
            <a:chOff x="0" y="0"/>
            <a:chExt cx="836659" cy="4613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36659" cy="461329"/>
            </a:xfrm>
            <a:custGeom>
              <a:avLst/>
              <a:gdLst/>
              <a:ahLst/>
              <a:cxnLst/>
              <a:rect l="l" t="t" r="r" b="b"/>
              <a:pathLst>
                <a:path w="836659" h="461329">
                  <a:moveTo>
                    <a:pt x="9487" y="0"/>
                  </a:moveTo>
                  <a:lnTo>
                    <a:pt x="827172" y="0"/>
                  </a:lnTo>
                  <a:cubicBezTo>
                    <a:pt x="829688" y="0"/>
                    <a:pt x="832101" y="1000"/>
                    <a:pt x="833881" y="2779"/>
                  </a:cubicBezTo>
                  <a:cubicBezTo>
                    <a:pt x="835660" y="4558"/>
                    <a:pt x="836659" y="6971"/>
                    <a:pt x="836659" y="9487"/>
                  </a:cubicBezTo>
                  <a:lnTo>
                    <a:pt x="836659" y="451842"/>
                  </a:lnTo>
                  <a:cubicBezTo>
                    <a:pt x="836659" y="454358"/>
                    <a:pt x="835660" y="456772"/>
                    <a:pt x="833881" y="458551"/>
                  </a:cubicBezTo>
                  <a:cubicBezTo>
                    <a:pt x="832101" y="460330"/>
                    <a:pt x="829688" y="461329"/>
                    <a:pt x="827172" y="461329"/>
                  </a:cubicBezTo>
                  <a:lnTo>
                    <a:pt x="9487" y="461329"/>
                  </a:lnTo>
                  <a:cubicBezTo>
                    <a:pt x="6971" y="461329"/>
                    <a:pt x="4558" y="460330"/>
                    <a:pt x="2779" y="458551"/>
                  </a:cubicBezTo>
                  <a:cubicBezTo>
                    <a:pt x="1000" y="456772"/>
                    <a:pt x="0" y="454358"/>
                    <a:pt x="0" y="451842"/>
                  </a:cubicBezTo>
                  <a:lnTo>
                    <a:pt x="0" y="9487"/>
                  </a:lnTo>
                  <a:cubicBezTo>
                    <a:pt x="0" y="6971"/>
                    <a:pt x="1000" y="4558"/>
                    <a:pt x="2779" y="2779"/>
                  </a:cubicBezTo>
                  <a:cubicBezTo>
                    <a:pt x="4558" y="1000"/>
                    <a:pt x="6971" y="0"/>
                    <a:pt x="9487" y="0"/>
                  </a:cubicBezTo>
                  <a:close/>
                </a:path>
              </a:pathLst>
            </a:custGeom>
            <a:solidFill>
              <a:srgbClr val="FAF5EF">
                <a:alpha val="7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36659" cy="49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0"/>
                </a:lnSpc>
                <a:spcBef>
                  <a:spcPct val="0"/>
                </a:spcBef>
              </a:pPr>
            </a:p>
          </p:txBody>
        </p:sp>
      </p:grpSp>
      <p:sp>
        <p:nvSpPr>
          <p:cNvPr id="25" name="Freeform 25"/>
          <p:cNvSpPr/>
          <p:nvPr/>
        </p:nvSpPr>
        <p:spPr>
          <a:xfrm>
            <a:off x="10226897" y="3208541"/>
            <a:ext cx="1928584" cy="1238250"/>
          </a:xfrm>
          <a:custGeom>
            <a:avLst/>
            <a:gdLst/>
            <a:ahLst/>
            <a:cxnLst/>
            <a:rect l="l" t="t" r="r" b="b"/>
            <a:pathLst>
              <a:path w="1928584" h="1238250">
                <a:moveTo>
                  <a:pt x="0" y="0"/>
                </a:moveTo>
                <a:lnTo>
                  <a:pt x="1928585" y="0"/>
                </a:lnTo>
                <a:lnTo>
                  <a:pt x="192858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 rot="0">
            <a:off x="13527692" y="2927750"/>
            <a:ext cx="3264148" cy="1799833"/>
            <a:chOff x="0" y="0"/>
            <a:chExt cx="836659" cy="4613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6659" cy="461329"/>
            </a:xfrm>
            <a:custGeom>
              <a:avLst/>
              <a:gdLst/>
              <a:ahLst/>
              <a:cxnLst/>
              <a:rect l="l" t="t" r="r" b="b"/>
              <a:pathLst>
                <a:path w="836659" h="461329">
                  <a:moveTo>
                    <a:pt x="9487" y="0"/>
                  </a:moveTo>
                  <a:lnTo>
                    <a:pt x="827172" y="0"/>
                  </a:lnTo>
                  <a:cubicBezTo>
                    <a:pt x="829688" y="0"/>
                    <a:pt x="832101" y="1000"/>
                    <a:pt x="833881" y="2779"/>
                  </a:cubicBezTo>
                  <a:cubicBezTo>
                    <a:pt x="835660" y="4558"/>
                    <a:pt x="836659" y="6971"/>
                    <a:pt x="836659" y="9487"/>
                  </a:cubicBezTo>
                  <a:lnTo>
                    <a:pt x="836659" y="451842"/>
                  </a:lnTo>
                  <a:cubicBezTo>
                    <a:pt x="836659" y="454358"/>
                    <a:pt x="835660" y="456772"/>
                    <a:pt x="833881" y="458551"/>
                  </a:cubicBezTo>
                  <a:cubicBezTo>
                    <a:pt x="832101" y="460330"/>
                    <a:pt x="829688" y="461329"/>
                    <a:pt x="827172" y="461329"/>
                  </a:cubicBezTo>
                  <a:lnTo>
                    <a:pt x="9487" y="461329"/>
                  </a:lnTo>
                  <a:cubicBezTo>
                    <a:pt x="6971" y="461329"/>
                    <a:pt x="4558" y="460330"/>
                    <a:pt x="2779" y="458551"/>
                  </a:cubicBezTo>
                  <a:cubicBezTo>
                    <a:pt x="1000" y="456772"/>
                    <a:pt x="0" y="454358"/>
                    <a:pt x="0" y="451842"/>
                  </a:cubicBezTo>
                  <a:lnTo>
                    <a:pt x="0" y="9487"/>
                  </a:lnTo>
                  <a:cubicBezTo>
                    <a:pt x="0" y="6971"/>
                    <a:pt x="1000" y="4558"/>
                    <a:pt x="2779" y="2779"/>
                  </a:cubicBezTo>
                  <a:cubicBezTo>
                    <a:pt x="4558" y="1000"/>
                    <a:pt x="6971" y="0"/>
                    <a:pt x="9487" y="0"/>
                  </a:cubicBezTo>
                  <a:close/>
                </a:path>
              </a:pathLst>
            </a:custGeom>
            <a:solidFill>
              <a:srgbClr val="FAF5EF">
                <a:alpha val="7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36659" cy="499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0"/>
                </a:lnSpc>
                <a:spcBef>
                  <a:spcPct val="0"/>
                </a:spcBef>
              </a:pPr>
            </a:p>
          </p:txBody>
        </p:sp>
      </p:grpSp>
      <p:sp>
        <p:nvSpPr>
          <p:cNvPr id="29" name="Freeform 29"/>
          <p:cNvSpPr/>
          <p:nvPr/>
        </p:nvSpPr>
        <p:spPr>
          <a:xfrm>
            <a:off x="14553797" y="3208541"/>
            <a:ext cx="1211937" cy="1238250"/>
          </a:xfrm>
          <a:custGeom>
            <a:avLst/>
            <a:gdLst/>
            <a:ahLst/>
            <a:cxnLst/>
            <a:rect l="l" t="t" r="r" b="b"/>
            <a:pathLst>
              <a:path w="1211937" h="1238250">
                <a:moveTo>
                  <a:pt x="0" y="0"/>
                </a:moveTo>
                <a:lnTo>
                  <a:pt x="1211937" y="0"/>
                </a:lnTo>
                <a:lnTo>
                  <a:pt x="1211937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496161" y="5509021"/>
            <a:ext cx="3264148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96161" y="6214567"/>
            <a:ext cx="3264148" cy="18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演示文稿是实用的工具，如果您想在演示文稿中展现内容，可以选择多种方式。您可以在讲座中包含团队照片，产品说明或目标。这一切都取决于您的演示文稿的目的，以及您计划如何安排您的详细信息</a:t>
            </a:r>
            <a:endParaRPr lang="en-US" sz="16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464737" y="5509021"/>
            <a:ext cx="3264148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464737" y="6214567"/>
            <a:ext cx="3264148" cy="18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演示文稿是实用的工具，如果您想在演示文稿中展现内容，可以选择多种方式。您可以在讲座中包含团队照片，产品说明或目标。这一切都取决于您的演示文稿的目的，以及您计划如何安排您的详细信息</a:t>
            </a:r>
            <a:endParaRPr lang="en-US" sz="16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559116" y="5509021"/>
            <a:ext cx="3264148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559116" y="6214567"/>
            <a:ext cx="3264148" cy="18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演示文稿是实用的工具，如果您想在演示文稿中展现内容，可以选择多种方式。您可以在讲座中包含团队照片，产品说明或目标。这一切都取决于您的演示文稿的目的，以及您计划如何安排您的详细信息</a:t>
            </a:r>
            <a:endParaRPr lang="en-US" sz="16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527692" y="5509021"/>
            <a:ext cx="3264148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3527692" y="6214567"/>
            <a:ext cx="3264148" cy="18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演示文稿是实用的工具，如果您想在演示文稿中展现内容，可以选择多种方式。您可以在讲座中包含团队照片，产品说明或目标。这一切都取决于您的演示文稿的目的，以及您计划如何安排您的详细信息</a:t>
            </a:r>
            <a:endParaRPr lang="en-US" sz="16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FOUR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1645382" y="2969967"/>
            <a:ext cx="4258418" cy="3086100"/>
            <a:chOff x="0" y="0"/>
            <a:chExt cx="1121559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1559" cy="812800"/>
            </a:xfrm>
            <a:custGeom>
              <a:avLst/>
              <a:gdLst/>
              <a:ahLst/>
              <a:cxnLst/>
              <a:rect l="l" t="t" r="r" b="b"/>
              <a:pathLst>
                <a:path w="1121559" h="812800">
                  <a:moveTo>
                    <a:pt x="1121559" y="406400"/>
                  </a:moveTo>
                  <a:lnTo>
                    <a:pt x="715159" y="0"/>
                  </a:lnTo>
                  <a:lnTo>
                    <a:pt x="71515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15159" y="609600"/>
                  </a:lnTo>
                  <a:lnTo>
                    <a:pt x="715159" y="812800"/>
                  </a:lnTo>
                  <a:lnTo>
                    <a:pt x="1121559" y="406400"/>
                  </a:lnTo>
                  <a:close/>
                </a:path>
              </a:pathLst>
            </a:custGeom>
            <a:solidFill>
              <a:srgbClr val="A8896F">
                <a:alpha val="8000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65100"/>
              <a:ext cx="10199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8558321" y="3742224"/>
            <a:ext cx="2706541" cy="1541587"/>
            <a:chOff x="0" y="0"/>
            <a:chExt cx="712834" cy="4060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2834" cy="406015"/>
            </a:xfrm>
            <a:custGeom>
              <a:avLst/>
              <a:gdLst/>
              <a:ahLst/>
              <a:cxnLst/>
              <a:rect l="l" t="t" r="r" b="b"/>
              <a:pathLst>
                <a:path w="712834" h="406015">
                  <a:moveTo>
                    <a:pt x="0" y="0"/>
                  </a:moveTo>
                  <a:lnTo>
                    <a:pt x="712834" y="0"/>
                  </a:lnTo>
                  <a:lnTo>
                    <a:pt x="712834" y="406015"/>
                  </a:lnTo>
                  <a:lnTo>
                    <a:pt x="0" y="406015"/>
                  </a:lnTo>
                  <a:close/>
                </a:path>
              </a:pathLst>
            </a:custGeom>
            <a:solidFill>
              <a:srgbClr val="D1BFB0">
                <a:alpha val="6000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12834" cy="444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5471260" y="3742224"/>
            <a:ext cx="2706541" cy="1541587"/>
            <a:chOff x="0" y="0"/>
            <a:chExt cx="712834" cy="4060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2834" cy="406015"/>
            </a:xfrm>
            <a:custGeom>
              <a:avLst/>
              <a:gdLst/>
              <a:ahLst/>
              <a:cxnLst/>
              <a:rect l="l" t="t" r="r" b="b"/>
              <a:pathLst>
                <a:path w="712834" h="406015">
                  <a:moveTo>
                    <a:pt x="0" y="0"/>
                  </a:moveTo>
                  <a:lnTo>
                    <a:pt x="712834" y="0"/>
                  </a:lnTo>
                  <a:lnTo>
                    <a:pt x="712834" y="406015"/>
                  </a:lnTo>
                  <a:lnTo>
                    <a:pt x="0" y="406015"/>
                  </a:lnTo>
                  <a:close/>
                </a:path>
              </a:pathLst>
            </a:custGeom>
            <a:solidFill>
              <a:srgbClr val="DED1C5">
                <a:alpha val="4000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12834" cy="444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2384199" y="3742224"/>
            <a:ext cx="2706541" cy="1541587"/>
            <a:chOff x="0" y="0"/>
            <a:chExt cx="712834" cy="4060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2834" cy="406015"/>
            </a:xfrm>
            <a:custGeom>
              <a:avLst/>
              <a:gdLst/>
              <a:ahLst/>
              <a:cxnLst/>
              <a:rect l="l" t="t" r="r" b="b"/>
              <a:pathLst>
                <a:path w="712834" h="406015">
                  <a:moveTo>
                    <a:pt x="11442" y="0"/>
                  </a:moveTo>
                  <a:lnTo>
                    <a:pt x="701392" y="0"/>
                  </a:lnTo>
                  <a:cubicBezTo>
                    <a:pt x="707711" y="0"/>
                    <a:pt x="712834" y="5123"/>
                    <a:pt x="712834" y="11442"/>
                  </a:cubicBezTo>
                  <a:lnTo>
                    <a:pt x="712834" y="394573"/>
                  </a:lnTo>
                  <a:cubicBezTo>
                    <a:pt x="712834" y="397607"/>
                    <a:pt x="711629" y="400518"/>
                    <a:pt x="709483" y="402663"/>
                  </a:cubicBezTo>
                  <a:cubicBezTo>
                    <a:pt x="707337" y="404809"/>
                    <a:pt x="704427" y="406015"/>
                    <a:pt x="701392" y="406015"/>
                  </a:cubicBezTo>
                  <a:lnTo>
                    <a:pt x="11442" y="406015"/>
                  </a:lnTo>
                  <a:cubicBezTo>
                    <a:pt x="8407" y="406015"/>
                    <a:pt x="5497" y="404809"/>
                    <a:pt x="3351" y="402663"/>
                  </a:cubicBezTo>
                  <a:cubicBezTo>
                    <a:pt x="1205" y="400518"/>
                    <a:pt x="0" y="397607"/>
                    <a:pt x="0" y="394573"/>
                  </a:cubicBezTo>
                  <a:lnTo>
                    <a:pt x="0" y="11442"/>
                  </a:lnTo>
                  <a:cubicBezTo>
                    <a:pt x="0" y="8407"/>
                    <a:pt x="1205" y="5497"/>
                    <a:pt x="3351" y="3351"/>
                  </a:cubicBezTo>
                  <a:cubicBezTo>
                    <a:pt x="5497" y="1205"/>
                    <a:pt x="8407" y="0"/>
                    <a:pt x="11442" y="0"/>
                  </a:cubicBezTo>
                  <a:close/>
                </a:path>
              </a:pathLst>
            </a:custGeom>
            <a:solidFill>
              <a:srgbClr val="FAF5EF">
                <a:alpha val="7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12834" cy="444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0"/>
                </a:lnSpc>
                <a:spcBef>
                  <a:spcPct val="0"/>
                </a:spcBef>
              </a:pPr>
            </a:p>
          </p:txBody>
        </p:sp>
      </p:grpSp>
      <p:sp>
        <p:nvSpPr>
          <p:cNvPr id="26" name="Freeform 26"/>
          <p:cNvSpPr/>
          <p:nvPr/>
        </p:nvSpPr>
        <p:spPr>
          <a:xfrm>
            <a:off x="3415246" y="3955775"/>
            <a:ext cx="644449" cy="520124"/>
          </a:xfrm>
          <a:custGeom>
            <a:avLst/>
            <a:gdLst/>
            <a:ahLst/>
            <a:cxnLst/>
            <a:rect l="l" t="t" r="r" b="b"/>
            <a:pathLst>
              <a:path w="644449" h="520124">
                <a:moveTo>
                  <a:pt x="0" y="0"/>
                </a:moveTo>
                <a:lnTo>
                  <a:pt x="644449" y="0"/>
                </a:lnTo>
                <a:lnTo>
                  <a:pt x="644449" y="520124"/>
                </a:lnTo>
                <a:lnTo>
                  <a:pt x="0" y="520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384199" y="4456849"/>
            <a:ext cx="270654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第一阶段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6502307" y="3955775"/>
            <a:ext cx="644449" cy="520124"/>
          </a:xfrm>
          <a:custGeom>
            <a:avLst/>
            <a:gdLst/>
            <a:ahLst/>
            <a:cxnLst/>
            <a:rect l="l" t="t" r="r" b="b"/>
            <a:pathLst>
              <a:path w="644449" h="520124">
                <a:moveTo>
                  <a:pt x="0" y="0"/>
                </a:moveTo>
                <a:lnTo>
                  <a:pt x="644449" y="0"/>
                </a:lnTo>
                <a:lnTo>
                  <a:pt x="644449" y="520124"/>
                </a:lnTo>
                <a:lnTo>
                  <a:pt x="0" y="520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5471260" y="4456849"/>
            <a:ext cx="270654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5B3E32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第二阶段</a:t>
            </a:r>
            <a:endParaRPr lang="en-US" sz="3600" b="1">
              <a:solidFill>
                <a:srgbClr val="5B3E32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9589368" y="3955775"/>
            <a:ext cx="644449" cy="520124"/>
          </a:xfrm>
          <a:custGeom>
            <a:avLst/>
            <a:gdLst/>
            <a:ahLst/>
            <a:cxnLst/>
            <a:rect l="l" t="t" r="r" b="b"/>
            <a:pathLst>
              <a:path w="644449" h="520124">
                <a:moveTo>
                  <a:pt x="0" y="0"/>
                </a:moveTo>
                <a:lnTo>
                  <a:pt x="644448" y="0"/>
                </a:lnTo>
                <a:lnTo>
                  <a:pt x="644448" y="520124"/>
                </a:lnTo>
                <a:lnTo>
                  <a:pt x="0" y="5201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8558321" y="4456849"/>
            <a:ext cx="270654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5B3E32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第三阶段</a:t>
            </a:r>
            <a:endParaRPr lang="en-US" sz="3600" b="1">
              <a:solidFill>
                <a:srgbClr val="5B3E32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2676429" y="3955775"/>
            <a:ext cx="644449" cy="520124"/>
          </a:xfrm>
          <a:custGeom>
            <a:avLst/>
            <a:gdLst/>
            <a:ahLst/>
            <a:cxnLst/>
            <a:rect l="l" t="t" r="r" b="b"/>
            <a:pathLst>
              <a:path w="644449" h="520124">
                <a:moveTo>
                  <a:pt x="0" y="0"/>
                </a:moveTo>
                <a:lnTo>
                  <a:pt x="644448" y="0"/>
                </a:lnTo>
                <a:lnTo>
                  <a:pt x="644448" y="520124"/>
                </a:lnTo>
                <a:lnTo>
                  <a:pt x="0" y="520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645382" y="4456849"/>
            <a:ext cx="270654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第四阶段</a:t>
            </a:r>
            <a:endParaRPr lang="en-US" sz="3600" b="1">
              <a:solidFill>
                <a:srgbClr val="FFFFFF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384199" y="7249817"/>
            <a:ext cx="13519601" cy="73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5"/>
              </a:lnSpc>
            </a:pPr>
            <a:r>
              <a:rPr lang="en-US" sz="1800">
                <a:solidFill>
                  <a:srgbClr val="737373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演示文稿是一种实用的工具，可以是演示，演讲，报告等。大部分时间，它们都是在为观众服务。它们有多种用途，是演讲和教学的有力工具。如果您想在演示文稿中展现内容，可以选择多种方式</a:t>
            </a:r>
            <a:endParaRPr lang="en-US" sz="1800">
              <a:solidFill>
                <a:srgbClr val="737373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384199" y="6615824"/>
            <a:ext cx="1351960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5B3E32"/>
                </a:solidFill>
                <a:latin typeface="思源宋体 Semi-Bold" panose="02020600000000000000" charset="-122"/>
                <a:ea typeface="思源宋体 Semi-Bold" panose="02020600000000000000" charset="-122"/>
                <a:cs typeface="思源宋体 Semi-Bold" panose="02020600000000000000" charset="-122"/>
                <a:sym typeface="思源宋体 Semi-Bold" panose="02020600000000000000" charset="-122"/>
              </a:rPr>
              <a:t>单击输入文本</a:t>
            </a:r>
            <a:endParaRPr lang="en-US" sz="3600" b="1">
              <a:solidFill>
                <a:srgbClr val="5B3E32"/>
              </a:solidFill>
              <a:latin typeface="思源宋体 Semi-Bold" panose="02020600000000000000" charset="-122"/>
              <a:ea typeface="思源宋体 Semi-Bold" panose="02020600000000000000" charset="-122"/>
              <a:cs typeface="思源宋体 Semi-Bold" panose="02020600000000000000" charset="-122"/>
              <a:sym typeface="思源宋体 Semi-Bold" panose="02020600000000000000" charset="-122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741921"/>
            <a:ext cx="18288000" cy="8803158"/>
            <a:chOff x="0" y="0"/>
            <a:chExt cx="4816593" cy="23185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318527"/>
            </a:xfrm>
            <a:custGeom>
              <a:avLst/>
              <a:gdLst/>
              <a:ahLst/>
              <a:cxnLst/>
              <a:rect l="l" t="t" r="r" b="b"/>
              <a:pathLst>
                <a:path w="4816592" h="2318527">
                  <a:moveTo>
                    <a:pt x="0" y="0"/>
                  </a:moveTo>
                  <a:lnTo>
                    <a:pt x="4816592" y="0"/>
                  </a:lnTo>
                  <a:lnTo>
                    <a:pt x="4816592" y="2318527"/>
                  </a:lnTo>
                  <a:lnTo>
                    <a:pt x="0" y="2318527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356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0" y="10144125"/>
            <a:ext cx="18288000" cy="142875"/>
            <a:chOff x="0" y="0"/>
            <a:chExt cx="4816593" cy="376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0" y="0"/>
            <a:ext cx="18288000" cy="142875"/>
            <a:chOff x="0" y="0"/>
            <a:chExt cx="4816593" cy="376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37630"/>
            </a:xfrm>
            <a:custGeom>
              <a:avLst/>
              <a:gdLst/>
              <a:ahLst/>
              <a:cxnLst/>
              <a:rect l="l" t="t" r="r" b="b"/>
              <a:pathLst>
                <a:path w="4816592" h="37630">
                  <a:moveTo>
                    <a:pt x="0" y="0"/>
                  </a:moveTo>
                  <a:lnTo>
                    <a:pt x="4816592" y="0"/>
                  </a:lnTo>
                  <a:lnTo>
                    <a:pt x="4816592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 rot="0">
            <a:off x="2311353" y="2787571"/>
            <a:ext cx="2262623" cy="2262623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blipFill>
              <a:blip r:embed="rId3"/>
              <a:stretch>
                <a:fillRect l="-38599" r="-3859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2185282" y="7545318"/>
            <a:ext cx="2514765" cy="624892"/>
            <a:chOff x="0" y="0"/>
            <a:chExt cx="662325" cy="164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2325" cy="164581"/>
            </a:xfrm>
            <a:custGeom>
              <a:avLst/>
              <a:gdLst/>
              <a:ahLst/>
              <a:cxnLst/>
              <a:rect l="l" t="t" r="r" b="b"/>
              <a:pathLst>
                <a:path w="662325" h="164581">
                  <a:moveTo>
                    <a:pt x="82290" y="0"/>
                  </a:moveTo>
                  <a:lnTo>
                    <a:pt x="580035" y="0"/>
                  </a:lnTo>
                  <a:cubicBezTo>
                    <a:pt x="601859" y="0"/>
                    <a:pt x="622790" y="8670"/>
                    <a:pt x="638223" y="24102"/>
                  </a:cubicBezTo>
                  <a:cubicBezTo>
                    <a:pt x="653655" y="39535"/>
                    <a:pt x="662325" y="60466"/>
                    <a:pt x="662325" y="82290"/>
                  </a:cubicBezTo>
                  <a:lnTo>
                    <a:pt x="662325" y="82290"/>
                  </a:lnTo>
                  <a:cubicBezTo>
                    <a:pt x="662325" y="104115"/>
                    <a:pt x="653655" y="125046"/>
                    <a:pt x="638223" y="140478"/>
                  </a:cubicBezTo>
                  <a:cubicBezTo>
                    <a:pt x="622790" y="155911"/>
                    <a:pt x="601859" y="164581"/>
                    <a:pt x="580035" y="164581"/>
                  </a:cubicBezTo>
                  <a:lnTo>
                    <a:pt x="82290" y="164581"/>
                  </a:lnTo>
                  <a:cubicBezTo>
                    <a:pt x="60466" y="164581"/>
                    <a:pt x="39535" y="155911"/>
                    <a:pt x="24102" y="140478"/>
                  </a:cubicBezTo>
                  <a:cubicBezTo>
                    <a:pt x="8670" y="125046"/>
                    <a:pt x="0" y="104115"/>
                    <a:pt x="0" y="82290"/>
                  </a:cubicBezTo>
                  <a:lnTo>
                    <a:pt x="0" y="82290"/>
                  </a:lnTo>
                  <a:cubicBezTo>
                    <a:pt x="0" y="60466"/>
                    <a:pt x="8670" y="39535"/>
                    <a:pt x="24102" y="24102"/>
                  </a:cubicBezTo>
                  <a:cubicBezTo>
                    <a:pt x="39535" y="8670"/>
                    <a:pt x="60466" y="0"/>
                    <a:pt x="82290" y="0"/>
                  </a:cubicBezTo>
                  <a:close/>
                </a:path>
              </a:pathLst>
            </a:custGeom>
            <a:solidFill>
              <a:srgbClr val="E6D8C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62325" cy="20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 rot="0">
            <a:off x="8012688" y="2787571"/>
            <a:ext cx="2262623" cy="2262623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blipFill>
              <a:blip r:embed="rId4"/>
              <a:stretch>
                <a:fillRect l="-38599" r="-3859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 rot="0">
            <a:off x="7886617" y="7545318"/>
            <a:ext cx="2514765" cy="624892"/>
            <a:chOff x="0" y="0"/>
            <a:chExt cx="662325" cy="16458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2325" cy="164581"/>
            </a:xfrm>
            <a:custGeom>
              <a:avLst/>
              <a:gdLst/>
              <a:ahLst/>
              <a:cxnLst/>
              <a:rect l="l" t="t" r="r" b="b"/>
              <a:pathLst>
                <a:path w="662325" h="164581">
                  <a:moveTo>
                    <a:pt x="82290" y="0"/>
                  </a:moveTo>
                  <a:lnTo>
                    <a:pt x="580035" y="0"/>
                  </a:lnTo>
                  <a:cubicBezTo>
                    <a:pt x="601859" y="0"/>
                    <a:pt x="622790" y="8670"/>
                    <a:pt x="638223" y="24102"/>
                  </a:cubicBezTo>
                  <a:cubicBezTo>
                    <a:pt x="653655" y="39535"/>
                    <a:pt x="662325" y="60466"/>
                    <a:pt x="662325" y="82290"/>
                  </a:cubicBezTo>
                  <a:lnTo>
                    <a:pt x="662325" y="82290"/>
                  </a:lnTo>
                  <a:cubicBezTo>
                    <a:pt x="662325" y="104115"/>
                    <a:pt x="653655" y="125046"/>
                    <a:pt x="638223" y="140478"/>
                  </a:cubicBezTo>
                  <a:cubicBezTo>
                    <a:pt x="622790" y="155911"/>
                    <a:pt x="601859" y="164581"/>
                    <a:pt x="580035" y="164581"/>
                  </a:cubicBezTo>
                  <a:lnTo>
                    <a:pt x="82290" y="164581"/>
                  </a:lnTo>
                  <a:cubicBezTo>
                    <a:pt x="60466" y="164581"/>
                    <a:pt x="39535" y="155911"/>
                    <a:pt x="24102" y="140478"/>
                  </a:cubicBezTo>
                  <a:cubicBezTo>
                    <a:pt x="8670" y="125046"/>
                    <a:pt x="0" y="104115"/>
                    <a:pt x="0" y="82290"/>
                  </a:cubicBezTo>
                  <a:lnTo>
                    <a:pt x="0" y="82290"/>
                  </a:lnTo>
                  <a:cubicBezTo>
                    <a:pt x="0" y="60466"/>
                    <a:pt x="8670" y="39535"/>
                    <a:pt x="24102" y="24102"/>
                  </a:cubicBezTo>
                  <a:cubicBezTo>
                    <a:pt x="39535" y="8670"/>
                    <a:pt x="60466" y="0"/>
                    <a:pt x="82290" y="0"/>
                  </a:cubicBezTo>
                  <a:close/>
                </a:path>
              </a:pathLst>
            </a:custGeom>
            <a:solidFill>
              <a:srgbClr val="E6D8CC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62325" cy="20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 rot="0">
            <a:off x="13714024" y="2787571"/>
            <a:ext cx="2262623" cy="2262623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84320" y="415956"/>
              <a:ext cx="5781360" cy="5518089"/>
            </a:xfrm>
            <a:custGeom>
              <a:avLst/>
              <a:gdLst/>
              <a:ahLst/>
              <a:cxnLst/>
              <a:rect l="l" t="t" r="r" b="b"/>
              <a:pathLst>
                <a:path w="5781360" h="5518089">
                  <a:moveTo>
                    <a:pt x="2890680" y="4414"/>
                  </a:moveTo>
                  <a:cubicBezTo>
                    <a:pt x="1903611" y="0"/>
                    <a:pt x="989627" y="524062"/>
                    <a:pt x="494813" y="1378160"/>
                  </a:cubicBezTo>
                  <a:cubicBezTo>
                    <a:pt x="0" y="2232259"/>
                    <a:pt x="0" y="3285829"/>
                    <a:pt x="494813" y="4139928"/>
                  </a:cubicBezTo>
                  <a:cubicBezTo>
                    <a:pt x="989627" y="4994026"/>
                    <a:pt x="1903611" y="5518088"/>
                    <a:pt x="2890680" y="5513674"/>
                  </a:cubicBezTo>
                  <a:cubicBezTo>
                    <a:pt x="3877749" y="5518088"/>
                    <a:pt x="4791733" y="4994026"/>
                    <a:pt x="5286547" y="4139928"/>
                  </a:cubicBezTo>
                  <a:cubicBezTo>
                    <a:pt x="5781360" y="3285829"/>
                    <a:pt x="5781360" y="2232259"/>
                    <a:pt x="5286547" y="1378161"/>
                  </a:cubicBezTo>
                  <a:cubicBezTo>
                    <a:pt x="4791733" y="524062"/>
                    <a:pt x="3877749" y="0"/>
                    <a:pt x="2890680" y="4414"/>
                  </a:cubicBezTo>
                  <a:close/>
                </a:path>
              </a:pathLst>
            </a:custGeom>
            <a:blipFill>
              <a:blip r:embed="rId5"/>
              <a:stretch>
                <a:fillRect l="-38599" r="-38599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 rot="0">
            <a:off x="13587953" y="7545318"/>
            <a:ext cx="2514765" cy="624892"/>
            <a:chOff x="0" y="0"/>
            <a:chExt cx="662325" cy="16458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2325" cy="164581"/>
            </a:xfrm>
            <a:custGeom>
              <a:avLst/>
              <a:gdLst/>
              <a:ahLst/>
              <a:cxnLst/>
              <a:rect l="l" t="t" r="r" b="b"/>
              <a:pathLst>
                <a:path w="662325" h="164581">
                  <a:moveTo>
                    <a:pt x="82290" y="0"/>
                  </a:moveTo>
                  <a:lnTo>
                    <a:pt x="580035" y="0"/>
                  </a:lnTo>
                  <a:cubicBezTo>
                    <a:pt x="601859" y="0"/>
                    <a:pt x="622790" y="8670"/>
                    <a:pt x="638223" y="24102"/>
                  </a:cubicBezTo>
                  <a:cubicBezTo>
                    <a:pt x="653655" y="39535"/>
                    <a:pt x="662325" y="60466"/>
                    <a:pt x="662325" y="82290"/>
                  </a:cubicBezTo>
                  <a:lnTo>
                    <a:pt x="662325" y="82290"/>
                  </a:lnTo>
                  <a:cubicBezTo>
                    <a:pt x="662325" y="104115"/>
                    <a:pt x="653655" y="125046"/>
                    <a:pt x="638223" y="140478"/>
                  </a:cubicBezTo>
                  <a:cubicBezTo>
                    <a:pt x="622790" y="155911"/>
                    <a:pt x="601859" y="164581"/>
                    <a:pt x="580035" y="164581"/>
                  </a:cubicBezTo>
                  <a:lnTo>
                    <a:pt x="82290" y="164581"/>
                  </a:lnTo>
                  <a:cubicBezTo>
                    <a:pt x="60466" y="164581"/>
                    <a:pt x="39535" y="155911"/>
                    <a:pt x="24102" y="140478"/>
                  </a:cubicBezTo>
                  <a:cubicBezTo>
                    <a:pt x="8670" y="125046"/>
                    <a:pt x="0" y="104115"/>
                    <a:pt x="0" y="82290"/>
                  </a:cubicBezTo>
                  <a:lnTo>
                    <a:pt x="0" y="82290"/>
                  </a:lnTo>
                  <a:cubicBezTo>
                    <a:pt x="0" y="60466"/>
                    <a:pt x="8670" y="39535"/>
                    <a:pt x="24102" y="24102"/>
                  </a:cubicBezTo>
                  <a:cubicBezTo>
                    <a:pt x="39535" y="8670"/>
                    <a:pt x="60466" y="0"/>
                    <a:pt x="82290" y="0"/>
                  </a:cubicBezTo>
                  <a:close/>
                </a:path>
              </a:pathLst>
            </a:custGeom>
            <a:solidFill>
              <a:srgbClr val="E6D8CC"/>
            </a:solidFill>
            <a:ln cap="rnd">
              <a:noFill/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62325" cy="20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760900" y="914400"/>
            <a:ext cx="12766200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22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单击输入文本</a:t>
            </a:r>
            <a:endParaRPr lang="en-US" sz="6000" b="1" spc="22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5123944" y="8938481"/>
            <a:ext cx="2803504" cy="563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10"/>
              </a:lnSpc>
            </a:pPr>
            <a:r>
              <a:rPr lang="en-US" sz="3220" spc="119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PART FOUR</a:t>
            </a:r>
            <a:endParaRPr lang="en-US" sz="3220" spc="119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789411" y="6203738"/>
            <a:ext cx="3306507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>
                <a:solidFill>
                  <a:srgbClr val="494F56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演示文稿是一种实用的工具，可以是演示，演讲报告等。</a:t>
            </a:r>
            <a:endParaRPr lang="en-US" sz="1800">
              <a:solidFill>
                <a:srgbClr val="494F56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789411" y="5532544"/>
            <a:ext cx="330650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185282" y="7598165"/>
            <a:ext cx="2510460" cy="4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10" b="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关键词</a:t>
            </a:r>
            <a:endParaRPr lang="en-US" sz="2810" b="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490747" y="6203738"/>
            <a:ext cx="3306507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>
                <a:solidFill>
                  <a:srgbClr val="494F56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演示文稿是一种实用的工具，可以是演示，演讲报告等。</a:t>
            </a:r>
            <a:endParaRPr lang="en-US" sz="1800">
              <a:solidFill>
                <a:srgbClr val="494F56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490747" y="5532544"/>
            <a:ext cx="330650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886617" y="7598165"/>
            <a:ext cx="2514765" cy="4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10" b="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关键词</a:t>
            </a:r>
            <a:endParaRPr lang="en-US" sz="2810" b="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192082" y="6203738"/>
            <a:ext cx="3306507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>
                <a:solidFill>
                  <a:srgbClr val="494F56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演示文稿是一种实用的工具，可以是演示，演讲报告等。</a:t>
            </a:r>
            <a:endParaRPr lang="en-US" sz="1800">
              <a:solidFill>
                <a:srgbClr val="494F56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192082" y="5532544"/>
            <a:ext cx="330650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单击输入文本</a:t>
            </a:r>
            <a:endParaRPr lang="en-US" sz="3600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587953" y="7598165"/>
            <a:ext cx="2514765" cy="4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10" b="1">
                <a:solidFill>
                  <a:srgbClr val="5B3E32"/>
                </a:solidFill>
                <a:latin typeface="思源宋体 Bold" panose="02020700000000000000" charset="-122"/>
                <a:ea typeface="思源宋体 Bold" panose="02020700000000000000" charset="-122"/>
                <a:cs typeface="思源宋体 Bold" panose="02020700000000000000" charset="-122"/>
                <a:sym typeface="思源宋体 Bold" panose="02020700000000000000" charset="-122"/>
              </a:rPr>
              <a:t>关键词</a:t>
            </a:r>
            <a:endParaRPr lang="en-US" sz="2810" b="1">
              <a:solidFill>
                <a:srgbClr val="5B3E32"/>
              </a:solidFill>
              <a:latin typeface="思源宋体 Bold" panose="02020700000000000000" charset="-122"/>
              <a:ea typeface="思源宋体 Bold" panose="02020700000000000000" charset="-122"/>
              <a:cs typeface="思源宋体 Bold" panose="02020700000000000000" charset="-122"/>
              <a:sym typeface="思源宋体 Bold" panose="02020700000000000000" charset="-122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-464336" y="7239276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3" y="0"/>
                </a:lnTo>
                <a:lnTo>
                  <a:pt x="3986413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2" y="8232871"/>
            <a:ext cx="8263151" cy="3709386"/>
          </a:xfrm>
          <a:custGeom>
            <a:avLst/>
            <a:gdLst/>
            <a:ahLst/>
            <a:cxnLst/>
            <a:rect l="l" t="t" r="r" b="b"/>
            <a:pathLst>
              <a:path w="8263151" h="3709386">
                <a:moveTo>
                  <a:pt x="0" y="0"/>
                </a:moveTo>
                <a:lnTo>
                  <a:pt x="8263151" y="0"/>
                </a:lnTo>
                <a:lnTo>
                  <a:pt x="8263151" y="3709386"/>
                </a:lnTo>
                <a:lnTo>
                  <a:pt x="0" y="37093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10057757"/>
            <a:ext cx="18288000" cy="229243"/>
            <a:chOff x="0" y="0"/>
            <a:chExt cx="4816593" cy="603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1158359" y="-1182137"/>
            <a:ext cx="7129641" cy="3200545"/>
          </a:xfrm>
          <a:custGeom>
            <a:avLst/>
            <a:gdLst/>
            <a:ahLst/>
            <a:cxnLst/>
            <a:rect l="l" t="t" r="r" b="b"/>
            <a:pathLst>
              <a:path w="7129641" h="3200545">
                <a:moveTo>
                  <a:pt x="0" y="0"/>
                </a:moveTo>
                <a:lnTo>
                  <a:pt x="7129641" y="0"/>
                </a:lnTo>
                <a:lnTo>
                  <a:pt x="7129641" y="3200545"/>
                </a:lnTo>
                <a:lnTo>
                  <a:pt x="0" y="320054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61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851" r="-44828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0" y="1939931"/>
            <a:ext cx="18288000" cy="6292940"/>
            <a:chOff x="0" y="0"/>
            <a:chExt cx="4816593" cy="1657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1657400"/>
            </a:xfrm>
            <a:custGeom>
              <a:avLst/>
              <a:gdLst/>
              <a:ahLst/>
              <a:cxnLst/>
              <a:rect l="l" t="t" r="r" b="b"/>
              <a:pathLst>
                <a:path w="4816592" h="1657400">
                  <a:moveTo>
                    <a:pt x="0" y="0"/>
                  </a:moveTo>
                  <a:lnTo>
                    <a:pt x="4816592" y="0"/>
                  </a:lnTo>
                  <a:lnTo>
                    <a:pt x="4816592" y="1657400"/>
                  </a:lnTo>
                  <a:lnTo>
                    <a:pt x="0" y="1657400"/>
                  </a:lnTo>
                  <a:close/>
                </a:path>
              </a:pathLst>
            </a:custGeom>
            <a:solidFill>
              <a:srgbClr val="F4F0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169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0" y="8144869"/>
            <a:ext cx="18288000" cy="88002"/>
            <a:chOff x="0" y="0"/>
            <a:chExt cx="24384000" cy="117336"/>
          </a:xfrm>
        </p:grpSpPr>
        <p:sp>
          <p:nvSpPr>
            <p:cNvPr id="11" name="AutoShape 11"/>
            <p:cNvSpPr/>
            <p:nvPr/>
          </p:nvSpPr>
          <p:spPr>
            <a:xfrm>
              <a:off x="0" y="104636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0" y="12700"/>
              <a:ext cx="24384000" cy="0"/>
            </a:xfrm>
            <a:prstGeom prst="line">
              <a:avLst/>
            </a:prstGeom>
            <a:ln w="25400" cap="flat">
              <a:solidFill>
                <a:srgbClr val="A8896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5" name="Group 15"/>
          <p:cNvGrpSpPr/>
          <p:nvPr/>
        </p:nvGrpSpPr>
        <p:grpSpPr>
          <a:xfrm rot="0">
            <a:off x="0" y="0"/>
            <a:ext cx="18288000" cy="229243"/>
            <a:chOff x="0" y="0"/>
            <a:chExt cx="4816593" cy="603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6592" cy="60377"/>
            </a:xfrm>
            <a:custGeom>
              <a:avLst/>
              <a:gdLst/>
              <a:ahLst/>
              <a:cxnLst/>
              <a:rect l="l" t="t" r="r" b="b"/>
              <a:pathLst>
                <a:path w="4816592" h="60377">
                  <a:moveTo>
                    <a:pt x="0" y="0"/>
                  </a:moveTo>
                  <a:lnTo>
                    <a:pt x="4816592" y="0"/>
                  </a:lnTo>
                  <a:lnTo>
                    <a:pt x="4816592" y="60377"/>
                  </a:lnTo>
                  <a:lnTo>
                    <a:pt x="0" y="60377"/>
                  </a:lnTo>
                  <a:close/>
                </a:path>
              </a:pathLst>
            </a:custGeom>
            <a:solidFill>
              <a:srgbClr val="A8896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816593" cy="98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23753" y="3050539"/>
            <a:ext cx="15640495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9870" spc="365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敬请批评指正</a:t>
            </a:r>
            <a:endParaRPr lang="en-US" sz="9870" spc="365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23753" y="4671129"/>
            <a:ext cx="15640495" cy="54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3115" spc="352">
                <a:solidFill>
                  <a:srgbClr val="A8896F"/>
                </a:solidFill>
                <a:latin typeface="Abhaya Libre" panose="02000503000000000000"/>
                <a:ea typeface="Abhaya Libre" panose="02000503000000000000"/>
                <a:cs typeface="Abhaya Libre" panose="02000503000000000000"/>
                <a:sym typeface="Abhaya Libre" panose="02000503000000000000"/>
              </a:rPr>
              <a:t> ENGLISH</a:t>
            </a:r>
            <a:endParaRPr lang="en-US" sz="3115" spc="352">
              <a:solidFill>
                <a:srgbClr val="A8896F"/>
              </a:solidFill>
              <a:latin typeface="Abhaya Libre" panose="02000503000000000000"/>
              <a:ea typeface="Abhaya Libre" panose="02000503000000000000"/>
              <a:cs typeface="Abhaya Libre" panose="02000503000000000000"/>
              <a:sym typeface="Abhaya Libre" panose="02000503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23753" y="5403934"/>
            <a:ext cx="15640495" cy="714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5">
                <a:solidFill>
                  <a:srgbClr val="A8896F">
                    <a:alpha val="73725"/>
                  </a:srgbClr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演示文稿是一种实用的工具，可以是演示，演讲，报告等。大部分时间，它们都是在为观众服务。它们有多种用途，是演讲和教学的有力工具。</a:t>
            </a:r>
            <a:r>
              <a:rPr lang="en-US" sz="2065">
                <a:solidFill>
                  <a:srgbClr val="A8896F">
                    <a:alpha val="73725"/>
                  </a:srgbClr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如果您想在演示文稿中展现内容，可以选择多种可以选择多种方式</a:t>
            </a:r>
            <a:endParaRPr lang="en-US" sz="2065">
              <a:solidFill>
                <a:srgbClr val="A8896F">
                  <a:alpha val="73725"/>
                </a:srgbClr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36739" y="7206862"/>
            <a:ext cx="3425366" cy="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235" spc="119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汇报人：团团</a:t>
            </a:r>
            <a:endParaRPr lang="en-US" sz="3235" spc="119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80953" y="7206862"/>
            <a:ext cx="3870309" cy="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235" spc="119">
                <a:solidFill>
                  <a:srgbClr val="5B3E32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时间：</a:t>
            </a:r>
            <a:endParaRPr lang="en-US" sz="3235" spc="119">
              <a:solidFill>
                <a:srgbClr val="5B3E32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7150794" y="530690"/>
            <a:ext cx="3986413" cy="2818481"/>
          </a:xfrm>
          <a:custGeom>
            <a:avLst/>
            <a:gdLst/>
            <a:ahLst/>
            <a:cxnLst/>
            <a:rect l="l" t="t" r="r" b="b"/>
            <a:pathLst>
              <a:path w="3986413" h="2818481">
                <a:moveTo>
                  <a:pt x="0" y="0"/>
                </a:moveTo>
                <a:lnTo>
                  <a:pt x="3986412" y="0"/>
                </a:lnTo>
                <a:lnTo>
                  <a:pt x="3986412" y="2818481"/>
                </a:lnTo>
                <a:lnTo>
                  <a:pt x="0" y="2818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933482" y="8748933"/>
            <a:ext cx="9854624" cy="754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4410" spc="163">
                <a:solidFill>
                  <a:srgbClr val="98999D"/>
                </a:solidFill>
                <a:latin typeface="思源宋体" panose="02020400000000000000" charset="-122"/>
                <a:ea typeface="思源宋体" panose="02020400000000000000" charset="-122"/>
                <a:cs typeface="思源宋体" panose="02020400000000000000" charset="-122"/>
                <a:sym typeface="思源宋体" panose="02020400000000000000" charset="-122"/>
              </a:rPr>
              <a:t>图片来源：复旦大学融媒体中心</a:t>
            </a:r>
            <a:endParaRPr lang="en-US" sz="4410" spc="163">
              <a:solidFill>
                <a:srgbClr val="98999D"/>
              </a:solidFill>
              <a:latin typeface="思源宋体" panose="02020400000000000000" charset="-122"/>
              <a:ea typeface="思源宋体" panose="02020400000000000000" charset="-122"/>
              <a:cs typeface="思源宋体" panose="02020400000000000000" charset="-122"/>
              <a:sym typeface="思源宋体" panose="0202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JjZDBiNThjMjM5YmQxNTcyY2NkYWNjZWE5MWEzZj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2056</Words>
  <Application>WPS 演示</Application>
  <PresentationFormat>On-screen Show (4:3)</PresentationFormat>
  <Paragraphs>247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思源宋体 Bold</vt:lpstr>
      <vt:lpstr>Abhaya Libre</vt:lpstr>
      <vt:lpstr>思源宋体</vt:lpstr>
      <vt:lpstr>思源宋体 Semi-Bold</vt:lpstr>
      <vt:lpstr>思源宋体 Extra-Light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棕色学术风简约答辩模板</dc:title>
  <dc:creator/>
  <cp:lastModifiedBy>符梦苑</cp:lastModifiedBy>
  <cp:revision>3</cp:revision>
  <dcterms:created xsi:type="dcterms:W3CDTF">2006-08-16T00:00:00Z</dcterms:created>
  <dcterms:modified xsi:type="dcterms:W3CDTF">2024-11-10T07:44:36Z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884628CCDAA24E4E8D518EC403678E39_12</vt:lpwstr>
  </property>
  <property fmtid="{D5CDD505-2E9C-101B-9397-08002B2CF9AE}" pid="3" name="KSOProductBuildVer">
    <vt:lpwstr>2052-12.1.0.18276</vt:lpwstr>
  </property>
</Properties>
</file>