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0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8288000" cy="10287000"/>
  <p:notesSz cx="6858000" cy="9144000"/>
  <p:embeddedFontLst>
    <p:embeddedFont>
      <p:font typeface="29LT Bukra Ultra-Bold" panose="020B0704020202020204"/>
      <p:bold r:id="rId20"/>
    </p:embeddedFont>
    <p:embeddedFont>
      <p:font typeface="Arimo Bold" panose="020B0704020202020204"/>
      <p:bold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1.xml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1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4.sv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1.png"/><Relationship Id="rId10" Type="http://schemas.openxmlformats.org/officeDocument/2006/relationships/image" Target="../media/image21.sv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4.svg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11.png"/><Relationship Id="rId16" Type="http://schemas.openxmlformats.org/officeDocument/2006/relationships/image" Target="../media/image31.svg"/><Relationship Id="rId15" Type="http://schemas.openxmlformats.org/officeDocument/2006/relationships/image" Target="../media/image30.png"/><Relationship Id="rId14" Type="http://schemas.openxmlformats.org/officeDocument/2006/relationships/image" Target="../media/image29.svg"/><Relationship Id="rId13" Type="http://schemas.openxmlformats.org/officeDocument/2006/relationships/image" Target="../media/image28.png"/><Relationship Id="rId12" Type="http://schemas.openxmlformats.org/officeDocument/2006/relationships/image" Target="../media/image27.svg"/><Relationship Id="rId11" Type="http://schemas.openxmlformats.org/officeDocument/2006/relationships/image" Target="../media/image26.png"/><Relationship Id="rId10" Type="http://schemas.openxmlformats.org/officeDocument/2006/relationships/image" Target="../media/image21.sv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.png"/><Relationship Id="rId7" Type="http://schemas.openxmlformats.org/officeDocument/2006/relationships/image" Target="../media/image34.jpeg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35.jpe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.png"/><Relationship Id="rId7" Type="http://schemas.openxmlformats.org/officeDocument/2006/relationships/image" Target="../media/image38.jpeg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1.png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1.jpe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1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43.jpeg"/><Relationship Id="rId1" Type="http://schemas.openxmlformats.org/officeDocument/2006/relationships/image" Target="../media/image42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4.jpeg"/><Relationship Id="rId5" Type="http://schemas.openxmlformats.org/officeDocument/2006/relationships/image" Target="../media/image11.pn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11.pn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57626" y="1637302"/>
            <a:ext cx="13329884" cy="7388919"/>
            <a:chOff x="0" y="0"/>
            <a:chExt cx="3510751" cy="19460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0751" cy="1946053"/>
            </a:xfrm>
            <a:custGeom>
              <a:avLst/>
              <a:gdLst/>
              <a:ahLst/>
              <a:cxnLst/>
              <a:rect l="l" t="t" r="r" b="b"/>
              <a:pathLst>
                <a:path w="3510751" h="1946053">
                  <a:moveTo>
                    <a:pt x="29621" y="0"/>
                  </a:moveTo>
                  <a:lnTo>
                    <a:pt x="3481131" y="0"/>
                  </a:lnTo>
                  <a:cubicBezTo>
                    <a:pt x="3497490" y="0"/>
                    <a:pt x="3510751" y="13262"/>
                    <a:pt x="3510751" y="29621"/>
                  </a:cubicBezTo>
                  <a:lnTo>
                    <a:pt x="3510751" y="1916432"/>
                  </a:lnTo>
                  <a:cubicBezTo>
                    <a:pt x="3510751" y="1932791"/>
                    <a:pt x="3497490" y="1946053"/>
                    <a:pt x="3481131" y="1946053"/>
                  </a:cubicBezTo>
                  <a:lnTo>
                    <a:pt x="29621" y="1946053"/>
                  </a:lnTo>
                  <a:cubicBezTo>
                    <a:pt x="13262" y="1946053"/>
                    <a:pt x="0" y="1932791"/>
                    <a:pt x="0" y="1916432"/>
                  </a:cubicBezTo>
                  <a:lnTo>
                    <a:pt x="0" y="29621"/>
                  </a:lnTo>
                  <a:cubicBezTo>
                    <a:pt x="0" y="13262"/>
                    <a:pt x="13262" y="0"/>
                    <a:pt x="2962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3510751" cy="1936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5499815" y="7682413"/>
            <a:ext cx="7301785" cy="1339956"/>
          </a:xfrm>
          <a:custGeom>
            <a:avLst/>
            <a:gdLst/>
            <a:ahLst/>
            <a:cxnLst/>
            <a:rect l="l" t="t" r="r" b="b"/>
            <a:pathLst>
              <a:path w="7301785" h="1339956">
                <a:moveTo>
                  <a:pt x="0" y="0"/>
                </a:moveTo>
                <a:lnTo>
                  <a:pt x="7301785" y="0"/>
                </a:lnTo>
                <a:lnTo>
                  <a:pt x="7301785" y="1339956"/>
                </a:lnTo>
                <a:lnTo>
                  <a:pt x="0" y="133995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83" b="-713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555888" y="8677840"/>
            <a:ext cx="4309201" cy="4309201"/>
          </a:xfrm>
          <a:custGeom>
            <a:avLst/>
            <a:gdLst/>
            <a:ahLst/>
            <a:cxnLst/>
            <a:rect l="l" t="t" r="r" b="b"/>
            <a:pathLst>
              <a:path w="4309201" h="4309201">
                <a:moveTo>
                  <a:pt x="0" y="0"/>
                </a:moveTo>
                <a:lnTo>
                  <a:pt x="4309201" y="0"/>
                </a:lnTo>
                <a:lnTo>
                  <a:pt x="4309201" y="4309201"/>
                </a:lnTo>
                <a:lnTo>
                  <a:pt x="0" y="4309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11467993" y="-3162565"/>
            <a:ext cx="15338663" cy="153386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6FF">
                <a:alpha val="28627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11843581" y="-2853868"/>
            <a:ext cx="14587487" cy="1458748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6FF">
                <a:alpha val="28627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 rot="1223712">
            <a:off x="12152689" y="-1628545"/>
            <a:ext cx="12270622" cy="12270622"/>
          </a:xfrm>
          <a:custGeom>
            <a:avLst/>
            <a:gdLst/>
            <a:ahLst/>
            <a:cxnLst/>
            <a:rect l="l" t="t" r="r" b="b"/>
            <a:pathLst>
              <a:path w="12270622" h="12270622">
                <a:moveTo>
                  <a:pt x="0" y="0"/>
                </a:moveTo>
                <a:lnTo>
                  <a:pt x="12270622" y="0"/>
                </a:lnTo>
                <a:lnTo>
                  <a:pt x="12270622" y="12270622"/>
                </a:lnTo>
                <a:lnTo>
                  <a:pt x="0" y="1227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 rot="2984090">
            <a:off x="1263299" y="2147637"/>
            <a:ext cx="1762626" cy="176262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9D6FF">
                    <a:alpha val="100000"/>
                  </a:srgbClr>
                </a:gs>
                <a:gs pos="100000">
                  <a:srgbClr val="D9D6FF">
                    <a:alpha val="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1797913" y="7399533"/>
            <a:ext cx="4628844" cy="886364"/>
            <a:chOff x="0" y="0"/>
            <a:chExt cx="1219119" cy="23344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19119" cy="233446"/>
            </a:xfrm>
            <a:custGeom>
              <a:avLst/>
              <a:gdLst/>
              <a:ahLst/>
              <a:cxnLst/>
              <a:rect l="l" t="t" r="r" b="b"/>
              <a:pathLst>
                <a:path w="1219119" h="233446">
                  <a:moveTo>
                    <a:pt x="85299" y="0"/>
                  </a:moveTo>
                  <a:lnTo>
                    <a:pt x="1133820" y="0"/>
                  </a:lnTo>
                  <a:cubicBezTo>
                    <a:pt x="1180929" y="0"/>
                    <a:pt x="1219119" y="38190"/>
                    <a:pt x="1219119" y="85299"/>
                  </a:cubicBezTo>
                  <a:lnTo>
                    <a:pt x="1219119" y="148146"/>
                  </a:lnTo>
                  <a:cubicBezTo>
                    <a:pt x="1219119" y="170769"/>
                    <a:pt x="1210133" y="192465"/>
                    <a:pt x="1194136" y="208462"/>
                  </a:cubicBezTo>
                  <a:cubicBezTo>
                    <a:pt x="1178139" y="224459"/>
                    <a:pt x="1156443" y="233446"/>
                    <a:pt x="1133820" y="233446"/>
                  </a:cubicBezTo>
                  <a:lnTo>
                    <a:pt x="85299" y="233446"/>
                  </a:lnTo>
                  <a:cubicBezTo>
                    <a:pt x="62677" y="233446"/>
                    <a:pt x="40980" y="224459"/>
                    <a:pt x="24984" y="208462"/>
                  </a:cubicBezTo>
                  <a:cubicBezTo>
                    <a:pt x="8987" y="192465"/>
                    <a:pt x="0" y="170769"/>
                    <a:pt x="0" y="148146"/>
                  </a:cubicBezTo>
                  <a:lnTo>
                    <a:pt x="0" y="85299"/>
                  </a:lnTo>
                  <a:cubicBezTo>
                    <a:pt x="0" y="62677"/>
                    <a:pt x="8987" y="40980"/>
                    <a:pt x="24984" y="24984"/>
                  </a:cubicBezTo>
                  <a:cubicBezTo>
                    <a:pt x="40980" y="8987"/>
                    <a:pt x="62677" y="0"/>
                    <a:pt x="85299" y="0"/>
                  </a:cubicBezTo>
                  <a:close/>
                </a:path>
              </a:pathLst>
            </a:custGeom>
            <a:solidFill>
              <a:srgbClr val="7E73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219119" cy="271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1902798" y="7488404"/>
            <a:ext cx="708621" cy="70862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23" name="Freeform 23"/>
          <p:cNvSpPr/>
          <p:nvPr/>
        </p:nvSpPr>
        <p:spPr>
          <a:xfrm>
            <a:off x="2096807" y="7682413"/>
            <a:ext cx="320603" cy="320603"/>
          </a:xfrm>
          <a:custGeom>
            <a:avLst/>
            <a:gdLst/>
            <a:ahLst/>
            <a:cxnLst/>
            <a:rect l="l" t="t" r="r" b="b"/>
            <a:pathLst>
              <a:path w="320603" h="320603">
                <a:moveTo>
                  <a:pt x="0" y="0"/>
                </a:moveTo>
                <a:lnTo>
                  <a:pt x="320604" y="0"/>
                </a:lnTo>
                <a:lnTo>
                  <a:pt x="320604" y="320603"/>
                </a:lnTo>
                <a:lnTo>
                  <a:pt x="0" y="3206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 rot="0">
            <a:off x="15620956" y="7203507"/>
            <a:ext cx="2579365" cy="2705015"/>
            <a:chOff x="0" y="0"/>
            <a:chExt cx="3439154" cy="3606687"/>
          </a:xfrm>
        </p:grpSpPr>
        <p:grpSp>
          <p:nvGrpSpPr>
            <p:cNvPr id="25" name="Group 25"/>
            <p:cNvGrpSpPr/>
            <p:nvPr/>
          </p:nvGrpSpPr>
          <p:grpSpPr>
            <a:xfrm rot="0">
              <a:off x="157334" y="324867"/>
              <a:ext cx="3281820" cy="3281820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>
                  <a:alpha val="43922"/>
                </a:srgbClr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5"/>
                  </a:lnSpc>
                </a:p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0">
              <a:off x="0" y="0"/>
              <a:ext cx="3401054" cy="3401054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5"/>
                  </a:lnSpc>
                </a:pP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627353" y="970769"/>
              <a:ext cx="2146347" cy="1459516"/>
            </a:xfrm>
            <a:custGeom>
              <a:avLst/>
              <a:gdLst/>
              <a:ahLst/>
              <a:cxnLst/>
              <a:rect l="l" t="t" r="r" b="b"/>
              <a:pathLst>
                <a:path w="2146347" h="1459516">
                  <a:moveTo>
                    <a:pt x="0" y="0"/>
                  </a:moveTo>
                  <a:lnTo>
                    <a:pt x="2146347" y="0"/>
                  </a:lnTo>
                  <a:lnTo>
                    <a:pt x="2146347" y="1459516"/>
                  </a:lnTo>
                  <a:lnTo>
                    <a:pt x="0" y="1459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 rot="0">
            <a:off x="12943736" y="1637302"/>
            <a:ext cx="2461365" cy="2622331"/>
            <a:chOff x="0" y="0"/>
            <a:chExt cx="3281820" cy="3496441"/>
          </a:xfrm>
        </p:grpSpPr>
        <p:grpSp>
          <p:nvGrpSpPr>
            <p:cNvPr id="33" name="Group 33"/>
            <p:cNvGrpSpPr/>
            <p:nvPr/>
          </p:nvGrpSpPr>
          <p:grpSpPr>
            <a:xfrm rot="0">
              <a:off x="0" y="214622"/>
              <a:ext cx="3281820" cy="3281820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>
                  <a:alpha val="43922"/>
                </a:srgbClr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5"/>
                  </a:lnSpc>
                </a:p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0">
              <a:off x="11923" y="0"/>
              <a:ext cx="3257973" cy="3257973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5"/>
                  </a:lnSpc>
                </a:pPr>
              </a:p>
            </p:txBody>
          </p:sp>
        </p:grpSp>
      </p:grpSp>
      <p:sp>
        <p:nvSpPr>
          <p:cNvPr id="39" name="Freeform 39"/>
          <p:cNvSpPr/>
          <p:nvPr/>
        </p:nvSpPr>
        <p:spPr>
          <a:xfrm>
            <a:off x="13311282" y="2001399"/>
            <a:ext cx="1726273" cy="1626939"/>
          </a:xfrm>
          <a:custGeom>
            <a:avLst/>
            <a:gdLst/>
            <a:ahLst/>
            <a:cxnLst/>
            <a:rect l="l" t="t" r="r" b="b"/>
            <a:pathLst>
              <a:path w="1726273" h="1626939">
                <a:moveTo>
                  <a:pt x="0" y="0"/>
                </a:moveTo>
                <a:lnTo>
                  <a:pt x="1726273" y="0"/>
                </a:lnTo>
                <a:lnTo>
                  <a:pt x="1726273" y="1626939"/>
                </a:lnTo>
                <a:lnTo>
                  <a:pt x="0" y="16269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r="-181814" b="-119033"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753313" y="3265254"/>
            <a:ext cx="8032006" cy="3462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00"/>
              </a:lnSpc>
            </a:pPr>
            <a:r>
              <a:rPr lang="en-US" sz="1143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复旦大学PPT模板</a:t>
            </a:r>
            <a:endParaRPr lang="en-US" sz="1143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2915814" y="7554742"/>
            <a:ext cx="3253149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265">
                <a:solidFill>
                  <a:srgbClr val="FFFFFF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汇报人：团团</a:t>
            </a:r>
            <a:endParaRPr lang="en-US" sz="3200" spc="265">
              <a:solidFill>
                <a:srgbClr val="FFFFFF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05547"/>
            <a:ext cx="3779632" cy="1665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0"/>
              </a:lnSpc>
            </a:pPr>
            <a:r>
              <a:rPr lang="en-US" sz="1217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目录</a:t>
            </a:r>
            <a:endParaRPr lang="en-US" sz="1217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8617589" y="726921"/>
            <a:ext cx="9905026" cy="2026345"/>
            <a:chOff x="0" y="0"/>
            <a:chExt cx="3050378" cy="6240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50378" cy="624038"/>
            </a:xfrm>
            <a:custGeom>
              <a:avLst/>
              <a:gdLst/>
              <a:ahLst/>
              <a:cxnLst/>
              <a:rect l="l" t="t" r="r" b="b"/>
              <a:pathLst>
                <a:path w="3050378" h="624038">
                  <a:moveTo>
                    <a:pt x="0" y="0"/>
                  </a:moveTo>
                  <a:lnTo>
                    <a:pt x="3050378" y="0"/>
                  </a:lnTo>
                  <a:lnTo>
                    <a:pt x="3050378" y="624038"/>
                  </a:lnTo>
                  <a:lnTo>
                    <a:pt x="0" y="6240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3050378" cy="614513"/>
            </a:xfrm>
            <a:prstGeom prst="rect">
              <a:avLst/>
            </a:prstGeom>
          </p:spPr>
          <p:txBody>
            <a:bodyPr lIns="45105" tIns="45105" rIns="45105" bIns="45105" rtlCol="0" anchor="ctr"/>
            <a:lstStyle/>
            <a:p>
              <a:pPr algn="ctr">
                <a:lnSpc>
                  <a:spcPts val="218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8094152" y="1026371"/>
            <a:ext cx="1451967" cy="1478920"/>
            <a:chOff x="0" y="0"/>
            <a:chExt cx="1935956" cy="1971893"/>
          </a:xfrm>
        </p:grpSpPr>
        <p:sp>
          <p:nvSpPr>
            <p:cNvPr id="7" name="Freeform 7"/>
            <p:cNvSpPr/>
            <p:nvPr/>
          </p:nvSpPr>
          <p:spPr>
            <a:xfrm flipH="1" flipV="1">
              <a:off x="80626" y="0"/>
              <a:ext cx="1774704" cy="1971893"/>
            </a:xfrm>
            <a:custGeom>
              <a:avLst/>
              <a:gdLst/>
              <a:ahLst/>
              <a:cxnLst/>
              <a:rect l="l" t="t" r="r" b="b"/>
              <a:pathLst>
                <a:path w="1774704" h="1971893">
                  <a:moveTo>
                    <a:pt x="1774704" y="1971893"/>
                  </a:moveTo>
                  <a:lnTo>
                    <a:pt x="0" y="1971893"/>
                  </a:lnTo>
                  <a:lnTo>
                    <a:pt x="0" y="0"/>
                  </a:lnTo>
                  <a:lnTo>
                    <a:pt x="1774704" y="0"/>
                  </a:lnTo>
                  <a:lnTo>
                    <a:pt x="1774704" y="1971893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370910"/>
              <a:ext cx="1935956" cy="1070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635">
                  <a:solidFill>
                    <a:srgbClr val="FFFFFF"/>
                  </a:solidFill>
                  <a:latin typeface="思源黑体 1" panose="020B0500000000000000" charset="-122"/>
                  <a:ea typeface="思源黑体 1" panose="020B0500000000000000" charset="-122"/>
                  <a:cs typeface="思源黑体 1" panose="020B0500000000000000" charset="-122"/>
                  <a:sym typeface="思源黑体 1" panose="020B0500000000000000" charset="-122"/>
                </a:rPr>
                <a:t>01</a:t>
              </a:r>
              <a:endParaRPr lang="en-US" sz="5635">
                <a:solidFill>
                  <a:srgbClr val="FFFFFF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937230" y="1426915"/>
            <a:ext cx="7322070" cy="645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5"/>
              </a:lnSpc>
            </a:pPr>
            <a:r>
              <a:rPr lang="en-US" sz="4395">
                <a:solidFill>
                  <a:srgbClr val="252A3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4395">
              <a:solidFill>
                <a:srgbClr val="252A3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8617589" y="2995859"/>
            <a:ext cx="9905026" cy="2026345"/>
            <a:chOff x="0" y="0"/>
            <a:chExt cx="3050378" cy="6240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50378" cy="624038"/>
            </a:xfrm>
            <a:custGeom>
              <a:avLst/>
              <a:gdLst/>
              <a:ahLst/>
              <a:cxnLst/>
              <a:rect l="l" t="t" r="r" b="b"/>
              <a:pathLst>
                <a:path w="3050378" h="624038">
                  <a:moveTo>
                    <a:pt x="0" y="0"/>
                  </a:moveTo>
                  <a:lnTo>
                    <a:pt x="3050378" y="0"/>
                  </a:lnTo>
                  <a:lnTo>
                    <a:pt x="3050378" y="624038"/>
                  </a:lnTo>
                  <a:lnTo>
                    <a:pt x="0" y="6240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3050378" cy="614513"/>
            </a:xfrm>
            <a:prstGeom prst="rect">
              <a:avLst/>
            </a:prstGeom>
          </p:spPr>
          <p:txBody>
            <a:bodyPr lIns="45105" tIns="45105" rIns="45105" bIns="45105" rtlCol="0" anchor="ctr"/>
            <a:lstStyle/>
            <a:p>
              <a:pPr algn="ctr">
                <a:lnSpc>
                  <a:spcPts val="2180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>
            <a:off x="8154622" y="3295309"/>
            <a:ext cx="1331028" cy="1478920"/>
          </a:xfrm>
          <a:custGeom>
            <a:avLst/>
            <a:gdLst/>
            <a:ahLst/>
            <a:cxnLst/>
            <a:rect l="l" t="t" r="r" b="b"/>
            <a:pathLst>
              <a:path w="1331028" h="1478920">
                <a:moveTo>
                  <a:pt x="0" y="0"/>
                </a:moveTo>
                <a:lnTo>
                  <a:pt x="1331028" y="0"/>
                </a:lnTo>
                <a:lnTo>
                  <a:pt x="1331028" y="1478920"/>
                </a:lnTo>
                <a:lnTo>
                  <a:pt x="0" y="147892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TextBox 14"/>
          <p:cNvSpPr txBox="1"/>
          <p:nvPr/>
        </p:nvSpPr>
        <p:spPr>
          <a:xfrm>
            <a:off x="8094152" y="3587405"/>
            <a:ext cx="1451967" cy="785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0"/>
              </a:lnSpc>
            </a:pPr>
            <a:r>
              <a:rPr lang="en-US" sz="5635">
                <a:solidFill>
                  <a:srgbClr val="FFFFFF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02</a:t>
            </a:r>
            <a:endParaRPr lang="en-US" sz="5635">
              <a:solidFill>
                <a:srgbClr val="FFFFFF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937230" y="3727945"/>
            <a:ext cx="7959147" cy="645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5"/>
              </a:lnSpc>
            </a:pPr>
            <a:r>
              <a:rPr lang="en-US" sz="4395">
                <a:solidFill>
                  <a:srgbClr val="252A3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4395">
              <a:solidFill>
                <a:srgbClr val="252A3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8617589" y="5264796"/>
            <a:ext cx="9905026" cy="2026345"/>
            <a:chOff x="0" y="0"/>
            <a:chExt cx="3050378" cy="6240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50378" cy="624038"/>
            </a:xfrm>
            <a:custGeom>
              <a:avLst/>
              <a:gdLst/>
              <a:ahLst/>
              <a:cxnLst/>
              <a:rect l="l" t="t" r="r" b="b"/>
              <a:pathLst>
                <a:path w="3050378" h="624038">
                  <a:moveTo>
                    <a:pt x="0" y="0"/>
                  </a:moveTo>
                  <a:lnTo>
                    <a:pt x="3050378" y="0"/>
                  </a:lnTo>
                  <a:lnTo>
                    <a:pt x="3050378" y="624038"/>
                  </a:lnTo>
                  <a:lnTo>
                    <a:pt x="0" y="6240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3050378" cy="614513"/>
            </a:xfrm>
            <a:prstGeom prst="rect">
              <a:avLst/>
            </a:prstGeom>
          </p:spPr>
          <p:txBody>
            <a:bodyPr lIns="45105" tIns="45105" rIns="45105" bIns="45105" rtlCol="0" anchor="ctr"/>
            <a:lstStyle/>
            <a:p>
              <a:pPr algn="ctr">
                <a:lnSpc>
                  <a:spcPts val="218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154622" y="5564247"/>
            <a:ext cx="1331028" cy="1478920"/>
          </a:xfrm>
          <a:custGeom>
            <a:avLst/>
            <a:gdLst/>
            <a:ahLst/>
            <a:cxnLst/>
            <a:rect l="l" t="t" r="r" b="b"/>
            <a:pathLst>
              <a:path w="1331028" h="1478920">
                <a:moveTo>
                  <a:pt x="0" y="0"/>
                </a:moveTo>
                <a:lnTo>
                  <a:pt x="1331028" y="0"/>
                </a:lnTo>
                <a:lnTo>
                  <a:pt x="1331028" y="1478920"/>
                </a:lnTo>
                <a:lnTo>
                  <a:pt x="0" y="147892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TextBox 20"/>
          <p:cNvSpPr txBox="1"/>
          <p:nvPr/>
        </p:nvSpPr>
        <p:spPr>
          <a:xfrm>
            <a:off x="8094152" y="5895643"/>
            <a:ext cx="1451967" cy="785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0"/>
              </a:lnSpc>
            </a:pPr>
            <a:r>
              <a:rPr lang="en-US" sz="5635">
                <a:solidFill>
                  <a:srgbClr val="FFFFFF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03</a:t>
            </a:r>
            <a:endParaRPr lang="en-US" sz="5635">
              <a:solidFill>
                <a:srgbClr val="FFFFFF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937230" y="5901103"/>
            <a:ext cx="8350770" cy="645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5"/>
              </a:lnSpc>
            </a:pPr>
            <a:r>
              <a:rPr lang="en-US" sz="4395">
                <a:solidFill>
                  <a:srgbClr val="252A3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4395">
              <a:solidFill>
                <a:srgbClr val="252A3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grpSp>
        <p:nvGrpSpPr>
          <p:cNvPr id="22" name="Group 22"/>
          <p:cNvGrpSpPr/>
          <p:nvPr/>
        </p:nvGrpSpPr>
        <p:grpSpPr>
          <a:xfrm rot="0">
            <a:off x="8617589" y="7533734"/>
            <a:ext cx="9905026" cy="2026345"/>
            <a:chOff x="0" y="0"/>
            <a:chExt cx="3050378" cy="62403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050378" cy="624038"/>
            </a:xfrm>
            <a:custGeom>
              <a:avLst/>
              <a:gdLst/>
              <a:ahLst/>
              <a:cxnLst/>
              <a:rect l="l" t="t" r="r" b="b"/>
              <a:pathLst>
                <a:path w="3050378" h="624038">
                  <a:moveTo>
                    <a:pt x="0" y="0"/>
                  </a:moveTo>
                  <a:lnTo>
                    <a:pt x="3050378" y="0"/>
                  </a:lnTo>
                  <a:lnTo>
                    <a:pt x="3050378" y="624038"/>
                  </a:lnTo>
                  <a:lnTo>
                    <a:pt x="0" y="6240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3050378" cy="614513"/>
            </a:xfrm>
            <a:prstGeom prst="rect">
              <a:avLst/>
            </a:prstGeom>
          </p:spPr>
          <p:txBody>
            <a:bodyPr lIns="45105" tIns="45105" rIns="45105" bIns="45105" rtlCol="0" anchor="ctr"/>
            <a:lstStyle/>
            <a:p>
              <a:pPr algn="ctr">
                <a:lnSpc>
                  <a:spcPts val="2180"/>
                </a:lnSpc>
              </a:pPr>
            </a:p>
          </p:txBody>
        </p:sp>
      </p:grpSp>
      <p:sp>
        <p:nvSpPr>
          <p:cNvPr id="25" name="Freeform 25"/>
          <p:cNvSpPr/>
          <p:nvPr/>
        </p:nvSpPr>
        <p:spPr>
          <a:xfrm>
            <a:off x="8154622" y="7833185"/>
            <a:ext cx="1331028" cy="1478920"/>
          </a:xfrm>
          <a:custGeom>
            <a:avLst/>
            <a:gdLst/>
            <a:ahLst/>
            <a:cxnLst/>
            <a:rect l="l" t="t" r="r" b="b"/>
            <a:pathLst>
              <a:path w="1331028" h="1478920">
                <a:moveTo>
                  <a:pt x="0" y="0"/>
                </a:moveTo>
                <a:lnTo>
                  <a:pt x="1331028" y="0"/>
                </a:lnTo>
                <a:lnTo>
                  <a:pt x="1331028" y="1478919"/>
                </a:lnTo>
                <a:lnTo>
                  <a:pt x="0" y="147891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TextBox 26"/>
          <p:cNvSpPr txBox="1"/>
          <p:nvPr/>
        </p:nvSpPr>
        <p:spPr>
          <a:xfrm>
            <a:off x="8094152" y="8203881"/>
            <a:ext cx="1451967" cy="785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0"/>
              </a:lnSpc>
            </a:pPr>
            <a:r>
              <a:rPr lang="en-US" sz="5635">
                <a:solidFill>
                  <a:srgbClr val="FFFFFF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04</a:t>
            </a:r>
            <a:endParaRPr lang="en-US" sz="5635">
              <a:solidFill>
                <a:srgbClr val="FFFFFF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937230" y="8259466"/>
            <a:ext cx="7598200" cy="645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5"/>
              </a:lnSpc>
            </a:pPr>
            <a:r>
              <a:rPr lang="en-US" sz="4395">
                <a:solidFill>
                  <a:srgbClr val="252A3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4395">
              <a:solidFill>
                <a:srgbClr val="252A3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8" name="Freeform 28"/>
          <p:cNvSpPr/>
          <p:nvPr/>
        </p:nvSpPr>
        <p:spPr>
          <a:xfrm rot="8242143">
            <a:off x="-5179221" y="3121170"/>
            <a:ext cx="12270622" cy="12270622"/>
          </a:xfrm>
          <a:custGeom>
            <a:avLst/>
            <a:gdLst/>
            <a:ahLst/>
            <a:cxnLst/>
            <a:rect l="l" t="t" r="r" b="b"/>
            <a:pathLst>
              <a:path w="12270622" h="12270622">
                <a:moveTo>
                  <a:pt x="0" y="0"/>
                </a:moveTo>
                <a:lnTo>
                  <a:pt x="12270622" y="0"/>
                </a:lnTo>
                <a:lnTo>
                  <a:pt x="12270622" y="12270622"/>
                </a:lnTo>
                <a:lnTo>
                  <a:pt x="0" y="122706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 rot="0">
            <a:off x="2918516" y="5153508"/>
            <a:ext cx="2461365" cy="2461365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43922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32" name="Group 32"/>
          <p:cNvGrpSpPr/>
          <p:nvPr/>
        </p:nvGrpSpPr>
        <p:grpSpPr>
          <a:xfrm rot="0">
            <a:off x="2927458" y="4992541"/>
            <a:ext cx="2443479" cy="2443479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35" name="Group 35"/>
          <p:cNvGrpSpPr/>
          <p:nvPr/>
        </p:nvGrpSpPr>
        <p:grpSpPr>
          <a:xfrm rot="0">
            <a:off x="4476972" y="1004961"/>
            <a:ext cx="2441218" cy="885555"/>
            <a:chOff x="0" y="0"/>
            <a:chExt cx="3254958" cy="118074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806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Freeform 37"/>
            <p:cNvSpPr/>
            <p:nvPr/>
          </p:nvSpPr>
          <p:spPr>
            <a:xfrm>
              <a:off x="1723337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806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8" name="Freeform 38"/>
          <p:cNvSpPr/>
          <p:nvPr/>
        </p:nvSpPr>
        <p:spPr>
          <a:xfrm rot="4791844">
            <a:off x="-1414737" y="8125841"/>
            <a:ext cx="3649604" cy="3649604"/>
          </a:xfrm>
          <a:custGeom>
            <a:avLst/>
            <a:gdLst/>
            <a:ahLst/>
            <a:cxnLst/>
            <a:rect l="l" t="t" r="r" b="b"/>
            <a:pathLst>
              <a:path w="3649604" h="3649604">
                <a:moveTo>
                  <a:pt x="0" y="0"/>
                </a:moveTo>
                <a:lnTo>
                  <a:pt x="3649603" y="0"/>
                </a:lnTo>
                <a:lnTo>
                  <a:pt x="3649603" y="3649603"/>
                </a:lnTo>
                <a:lnTo>
                  <a:pt x="0" y="36496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3286062" y="5441809"/>
            <a:ext cx="1726273" cy="1626939"/>
          </a:xfrm>
          <a:custGeom>
            <a:avLst/>
            <a:gdLst/>
            <a:ahLst/>
            <a:cxnLst/>
            <a:rect l="l" t="t" r="r" b="b"/>
            <a:pathLst>
              <a:path w="1726273" h="1626939">
                <a:moveTo>
                  <a:pt x="0" y="0"/>
                </a:moveTo>
                <a:lnTo>
                  <a:pt x="1726273" y="0"/>
                </a:lnTo>
                <a:lnTo>
                  <a:pt x="1726273" y="1626939"/>
                </a:lnTo>
                <a:lnTo>
                  <a:pt x="0" y="16269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r="-181814" b="-119033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3929416" y="2394071"/>
            <a:ext cx="13329884" cy="5868661"/>
            <a:chOff x="0" y="0"/>
            <a:chExt cx="3510751" cy="15456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0751" cy="1545656"/>
            </a:xfrm>
            <a:custGeom>
              <a:avLst/>
              <a:gdLst/>
              <a:ahLst/>
              <a:cxnLst/>
              <a:rect l="l" t="t" r="r" b="b"/>
              <a:pathLst>
                <a:path w="3510751" h="1545656">
                  <a:moveTo>
                    <a:pt x="29621" y="0"/>
                  </a:moveTo>
                  <a:lnTo>
                    <a:pt x="3481131" y="0"/>
                  </a:lnTo>
                  <a:cubicBezTo>
                    <a:pt x="3497490" y="0"/>
                    <a:pt x="3510751" y="13262"/>
                    <a:pt x="3510751" y="29621"/>
                  </a:cubicBezTo>
                  <a:lnTo>
                    <a:pt x="3510751" y="1516035"/>
                  </a:lnTo>
                  <a:cubicBezTo>
                    <a:pt x="3510751" y="1523891"/>
                    <a:pt x="3507630" y="1531425"/>
                    <a:pt x="3502075" y="1536980"/>
                  </a:cubicBezTo>
                  <a:cubicBezTo>
                    <a:pt x="3496521" y="1542535"/>
                    <a:pt x="3488987" y="1545656"/>
                    <a:pt x="3481131" y="1545656"/>
                  </a:cubicBezTo>
                  <a:lnTo>
                    <a:pt x="29621" y="1545656"/>
                  </a:lnTo>
                  <a:cubicBezTo>
                    <a:pt x="13262" y="1545656"/>
                    <a:pt x="0" y="1532394"/>
                    <a:pt x="0" y="1516035"/>
                  </a:cubicBezTo>
                  <a:lnTo>
                    <a:pt x="0" y="29621"/>
                  </a:lnTo>
                  <a:cubicBezTo>
                    <a:pt x="0" y="13262"/>
                    <a:pt x="13262" y="0"/>
                    <a:pt x="2962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3510751" cy="1536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 rot="-10413179">
            <a:off x="-7377742" y="-2838948"/>
            <a:ext cx="14755485" cy="14755485"/>
          </a:xfrm>
          <a:custGeom>
            <a:avLst/>
            <a:gdLst/>
            <a:ahLst/>
            <a:cxnLst/>
            <a:rect l="l" t="t" r="r" b="b"/>
            <a:pathLst>
              <a:path w="14755485" h="14755485">
                <a:moveTo>
                  <a:pt x="0" y="0"/>
                </a:moveTo>
                <a:lnTo>
                  <a:pt x="14755484" y="0"/>
                </a:lnTo>
                <a:lnTo>
                  <a:pt x="14755484" y="14755485"/>
                </a:lnTo>
                <a:lnTo>
                  <a:pt x="0" y="1475548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450163">
            <a:off x="3260357" y="3106269"/>
            <a:ext cx="3736874" cy="373687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77690" tIns="77690" rIns="77690" bIns="7769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9144000" y="1313757"/>
            <a:ext cx="2422376" cy="2467343"/>
            <a:chOff x="0" y="0"/>
            <a:chExt cx="3229835" cy="3289791"/>
          </a:xfrm>
        </p:grpSpPr>
        <p:sp>
          <p:nvSpPr>
            <p:cNvPr id="10" name="Freeform 10"/>
            <p:cNvSpPr/>
            <p:nvPr/>
          </p:nvSpPr>
          <p:spPr>
            <a:xfrm flipH="1" flipV="1">
              <a:off x="134512" y="0"/>
              <a:ext cx="2960812" cy="3289791"/>
            </a:xfrm>
            <a:custGeom>
              <a:avLst/>
              <a:gdLst/>
              <a:ahLst/>
              <a:cxnLst/>
              <a:rect l="l" t="t" r="r" b="b"/>
              <a:pathLst>
                <a:path w="2960812" h="3289791">
                  <a:moveTo>
                    <a:pt x="2960812" y="3289791"/>
                  </a:moveTo>
                  <a:lnTo>
                    <a:pt x="0" y="3289791"/>
                  </a:lnTo>
                  <a:lnTo>
                    <a:pt x="0" y="0"/>
                  </a:lnTo>
                  <a:lnTo>
                    <a:pt x="2960812" y="0"/>
                  </a:lnTo>
                  <a:lnTo>
                    <a:pt x="2960812" y="3289791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602818"/>
              <a:ext cx="3229835" cy="1801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340"/>
                </a:lnSpc>
              </a:pPr>
              <a:r>
                <a:rPr lang="en-US" sz="9400">
                  <a:solidFill>
                    <a:srgbClr val="FFFFFF"/>
                  </a:solidFill>
                  <a:latin typeface="思源黑体 1" panose="020B0500000000000000" charset="-122"/>
                  <a:ea typeface="思源黑体 1" panose="020B0500000000000000" charset="-122"/>
                  <a:cs typeface="思源黑体 1" panose="020B0500000000000000" charset="-122"/>
                  <a:sym typeface="思源黑体 1" panose="020B0500000000000000" charset="-122"/>
                </a:rPr>
                <a:t>01</a:t>
              </a:r>
              <a:endParaRPr lang="en-US" sz="9400">
                <a:solidFill>
                  <a:srgbClr val="FFFFFF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0" y="4236501"/>
            <a:ext cx="7419289" cy="110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85"/>
              </a:lnSpc>
            </a:pPr>
            <a:r>
              <a:rPr lang="en-US" sz="7510">
                <a:solidFill>
                  <a:srgbClr val="252A3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7510">
              <a:solidFill>
                <a:srgbClr val="252A3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277599" y="6025021"/>
            <a:ext cx="5352229" cy="83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55"/>
              </a:lnSpc>
            </a:pPr>
            <a:r>
              <a:rPr lang="en-US" sz="3635" b="1" spc="76">
                <a:solidFill>
                  <a:srgbClr val="0D104D">
                    <a:alpha val="38824"/>
                  </a:srgbClr>
                </a:solidFill>
                <a:latin typeface="29LT Bukra Medium" panose="020B0604040000000004"/>
                <a:ea typeface="29LT Bukra Medium" panose="020B0604040000000004"/>
                <a:cs typeface="29LT Bukra Medium" panose="020B0604040000000004"/>
                <a:sym typeface="29LT Bukra Medium" panose="020B0604040000000004"/>
              </a:rPr>
              <a:t>点击输入文本</a:t>
            </a:r>
            <a:endParaRPr lang="en-US" sz="3635" b="1" spc="76">
              <a:solidFill>
                <a:srgbClr val="0D104D">
                  <a:alpha val="38824"/>
                </a:srgbClr>
              </a:solidFill>
              <a:latin typeface="29LT Bukra Medium" panose="020B0604040000000004"/>
              <a:ea typeface="29LT Bukra Medium" panose="020B0604040000000004"/>
              <a:cs typeface="29LT Bukra Medium" panose="020B0604040000000004"/>
              <a:sym typeface="29LT Bukra Medium" panose="020B0604040000000004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9144000" y="7840217"/>
            <a:ext cx="2441218" cy="885555"/>
            <a:chOff x="0" y="0"/>
            <a:chExt cx="3254958" cy="118074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806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723337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806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4063704" y="3970903"/>
            <a:ext cx="2130181" cy="2007605"/>
          </a:xfrm>
          <a:custGeom>
            <a:avLst/>
            <a:gdLst/>
            <a:ahLst/>
            <a:cxnLst/>
            <a:rect l="l" t="t" r="r" b="b"/>
            <a:pathLst>
              <a:path w="2130181" h="2007605">
                <a:moveTo>
                  <a:pt x="0" y="0"/>
                </a:moveTo>
                <a:lnTo>
                  <a:pt x="2130181" y="0"/>
                </a:lnTo>
                <a:lnTo>
                  <a:pt x="2130181" y="2007605"/>
                </a:lnTo>
                <a:lnTo>
                  <a:pt x="0" y="20076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81814" b="-119033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7895" y="-1398607"/>
            <a:ext cx="3316595" cy="3316595"/>
          </a:xfrm>
          <a:custGeom>
            <a:avLst/>
            <a:gdLst/>
            <a:ahLst/>
            <a:cxnLst/>
            <a:rect l="l" t="t" r="r" b="b"/>
            <a:pathLst>
              <a:path w="3316595" h="3316595">
                <a:moveTo>
                  <a:pt x="0" y="0"/>
                </a:moveTo>
                <a:lnTo>
                  <a:pt x="3316595" y="0"/>
                </a:lnTo>
                <a:lnTo>
                  <a:pt x="3316595" y="3316595"/>
                </a:lnTo>
                <a:lnTo>
                  <a:pt x="0" y="331659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5310184" y="585922"/>
            <a:ext cx="2441218" cy="885555"/>
            <a:chOff x="0" y="0"/>
            <a:chExt cx="3254958" cy="11807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806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723337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806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383812" y="809745"/>
            <a:ext cx="437911" cy="43791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0" y="2291046"/>
            <a:ext cx="18288000" cy="2519945"/>
            <a:chOff x="0" y="0"/>
            <a:chExt cx="4816593" cy="6636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663689"/>
            </a:xfrm>
            <a:custGeom>
              <a:avLst/>
              <a:gdLst/>
              <a:ahLst/>
              <a:cxnLst/>
              <a:rect l="l" t="t" r="r" b="b"/>
              <a:pathLst>
                <a:path w="4816592" h="663689">
                  <a:moveTo>
                    <a:pt x="0" y="0"/>
                  </a:moveTo>
                  <a:lnTo>
                    <a:pt x="4816592" y="0"/>
                  </a:lnTo>
                  <a:lnTo>
                    <a:pt x="4816592" y="663689"/>
                  </a:lnTo>
                  <a:lnTo>
                    <a:pt x="0" y="663689"/>
                  </a:lnTo>
                  <a:close/>
                </a:path>
              </a:pathLst>
            </a:custGeom>
            <a:solidFill>
              <a:srgbClr val="7E73FF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816593" cy="711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955335" y="4810991"/>
            <a:ext cx="4112576" cy="4708111"/>
            <a:chOff x="0" y="0"/>
            <a:chExt cx="812800" cy="930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930500"/>
            </a:xfrm>
            <a:custGeom>
              <a:avLst/>
              <a:gdLst/>
              <a:ahLst/>
              <a:cxnLst/>
              <a:rect l="l" t="t" r="r" b="b"/>
              <a:pathLst>
                <a:path w="812800" h="9305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803500"/>
                  </a:lnTo>
                  <a:cubicBezTo>
                    <a:pt x="812800" y="873640"/>
                    <a:pt x="755940" y="930500"/>
                    <a:pt x="685800" y="930500"/>
                  </a:cubicBezTo>
                  <a:lnTo>
                    <a:pt x="127000" y="930500"/>
                  </a:lnTo>
                  <a:cubicBezTo>
                    <a:pt x="93318" y="930500"/>
                    <a:pt x="61015" y="917120"/>
                    <a:pt x="37197" y="893303"/>
                  </a:cubicBezTo>
                  <a:cubicBezTo>
                    <a:pt x="13380" y="869486"/>
                    <a:pt x="0" y="837183"/>
                    <a:pt x="0" y="8035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12800" cy="97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3361160" y="5557848"/>
            <a:ext cx="1300925" cy="130092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6FF">
                <a:alpha val="56863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7087712" y="4810991"/>
            <a:ext cx="4112576" cy="4708111"/>
            <a:chOff x="0" y="0"/>
            <a:chExt cx="812800" cy="930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930500"/>
            </a:xfrm>
            <a:custGeom>
              <a:avLst/>
              <a:gdLst/>
              <a:ahLst/>
              <a:cxnLst/>
              <a:rect l="l" t="t" r="r" b="b"/>
              <a:pathLst>
                <a:path w="812800" h="9305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803500"/>
                  </a:lnTo>
                  <a:cubicBezTo>
                    <a:pt x="812800" y="873640"/>
                    <a:pt x="755940" y="930500"/>
                    <a:pt x="685800" y="930500"/>
                  </a:cubicBezTo>
                  <a:lnTo>
                    <a:pt x="127000" y="930500"/>
                  </a:lnTo>
                  <a:cubicBezTo>
                    <a:pt x="93318" y="930500"/>
                    <a:pt x="61015" y="917120"/>
                    <a:pt x="37197" y="893303"/>
                  </a:cubicBezTo>
                  <a:cubicBezTo>
                    <a:pt x="13380" y="869486"/>
                    <a:pt x="0" y="837183"/>
                    <a:pt x="0" y="8035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812800" cy="97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8493537" y="5557848"/>
            <a:ext cx="1300925" cy="130092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6FF">
                <a:alpha val="56863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24" name="Group 24"/>
          <p:cNvGrpSpPr/>
          <p:nvPr/>
        </p:nvGrpSpPr>
        <p:grpSpPr>
          <a:xfrm rot="0">
            <a:off x="12220090" y="4810991"/>
            <a:ext cx="4112576" cy="4708111"/>
            <a:chOff x="0" y="0"/>
            <a:chExt cx="812800" cy="9305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930500"/>
            </a:xfrm>
            <a:custGeom>
              <a:avLst/>
              <a:gdLst/>
              <a:ahLst/>
              <a:cxnLst/>
              <a:rect l="l" t="t" r="r" b="b"/>
              <a:pathLst>
                <a:path w="812800" h="9305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803500"/>
                  </a:lnTo>
                  <a:cubicBezTo>
                    <a:pt x="812800" y="873640"/>
                    <a:pt x="755940" y="930500"/>
                    <a:pt x="685800" y="930500"/>
                  </a:cubicBezTo>
                  <a:lnTo>
                    <a:pt x="127000" y="930500"/>
                  </a:lnTo>
                  <a:cubicBezTo>
                    <a:pt x="93318" y="930500"/>
                    <a:pt x="61015" y="917120"/>
                    <a:pt x="37197" y="893303"/>
                  </a:cubicBezTo>
                  <a:cubicBezTo>
                    <a:pt x="13380" y="869486"/>
                    <a:pt x="0" y="837183"/>
                    <a:pt x="0" y="8035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812800" cy="97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7" name="Group 27"/>
          <p:cNvGrpSpPr/>
          <p:nvPr/>
        </p:nvGrpSpPr>
        <p:grpSpPr>
          <a:xfrm rot="0">
            <a:off x="13625915" y="5557848"/>
            <a:ext cx="1300925" cy="1300925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6FF">
                <a:alpha val="56863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30" name="Freeform 30"/>
          <p:cNvSpPr/>
          <p:nvPr/>
        </p:nvSpPr>
        <p:spPr>
          <a:xfrm>
            <a:off x="3660153" y="5969312"/>
            <a:ext cx="702938" cy="477998"/>
          </a:xfrm>
          <a:custGeom>
            <a:avLst/>
            <a:gdLst/>
            <a:ahLst/>
            <a:cxnLst/>
            <a:rect l="l" t="t" r="r" b="b"/>
            <a:pathLst>
              <a:path w="702938" h="477998">
                <a:moveTo>
                  <a:pt x="0" y="0"/>
                </a:moveTo>
                <a:lnTo>
                  <a:pt x="702938" y="0"/>
                </a:lnTo>
                <a:lnTo>
                  <a:pt x="702938" y="477998"/>
                </a:lnTo>
                <a:lnTo>
                  <a:pt x="0" y="4779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8767264" y="5876098"/>
            <a:ext cx="753472" cy="664426"/>
          </a:xfrm>
          <a:custGeom>
            <a:avLst/>
            <a:gdLst/>
            <a:ahLst/>
            <a:cxnLst/>
            <a:rect l="l" t="t" r="r" b="b"/>
            <a:pathLst>
              <a:path w="753472" h="664426">
                <a:moveTo>
                  <a:pt x="0" y="0"/>
                </a:moveTo>
                <a:lnTo>
                  <a:pt x="753472" y="0"/>
                </a:lnTo>
                <a:lnTo>
                  <a:pt x="753472" y="664425"/>
                </a:lnTo>
                <a:lnTo>
                  <a:pt x="0" y="6644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3982508" y="5864999"/>
            <a:ext cx="607973" cy="686623"/>
          </a:xfrm>
          <a:custGeom>
            <a:avLst/>
            <a:gdLst/>
            <a:ahLst/>
            <a:cxnLst/>
            <a:rect l="l" t="t" r="r" b="b"/>
            <a:pathLst>
              <a:path w="607973" h="686623">
                <a:moveTo>
                  <a:pt x="0" y="0"/>
                </a:moveTo>
                <a:lnTo>
                  <a:pt x="607973" y="0"/>
                </a:lnTo>
                <a:lnTo>
                  <a:pt x="607973" y="686623"/>
                </a:lnTo>
                <a:lnTo>
                  <a:pt x="0" y="6866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028700" y="636890"/>
            <a:ext cx="14281484" cy="802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5"/>
              </a:lnSpc>
            </a:pPr>
            <a:r>
              <a:rPr lang="en-US" sz="5440">
                <a:solidFill>
                  <a:srgbClr val="252A3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5440">
              <a:solidFill>
                <a:srgbClr val="252A3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308669" y="2488279"/>
            <a:ext cx="6322768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FFFFFF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308669" y="3436668"/>
            <a:ext cx="15023997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>
                <a:solidFill>
                  <a:srgbClr val="FFFFFF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演示文稿是实用的工具，如果您想在演示文稿中展现内容，可以选择多种方式。演示文稿是实用的工具，如果您想在演示文稿中展现内容，可以选择多种方式。</a:t>
            </a:r>
            <a:endParaRPr lang="en-US" sz="2100">
              <a:solidFill>
                <a:srgbClr val="FFFFFF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204440" y="7089831"/>
            <a:ext cx="361436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204440" y="7792403"/>
            <a:ext cx="3614364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1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演示文稿是实用的工具，如果您想在演示文稿中展现内容，可以选择多种方式。</a:t>
            </a:r>
            <a:endParaRPr lang="en-US" sz="21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7336818" y="7089831"/>
            <a:ext cx="361436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7336818" y="7792403"/>
            <a:ext cx="3614364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1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演示文稿是实用的工具，如果您想在演示文稿中展现内容，可以选择多种方式。</a:t>
            </a:r>
            <a:endParaRPr lang="en-US" sz="21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469195" y="7089831"/>
            <a:ext cx="361436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2469195" y="7792403"/>
            <a:ext cx="3614364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1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演示文稿是实用的工具，如果您想在演示文稿中展现内容，可以选择多种方式。</a:t>
            </a:r>
            <a:endParaRPr lang="en-US" sz="21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16713546" y="585922"/>
            <a:ext cx="939624" cy="885555"/>
          </a:xfrm>
          <a:custGeom>
            <a:avLst/>
            <a:gdLst/>
            <a:ahLst/>
            <a:cxnLst/>
            <a:rect l="l" t="t" r="r" b="b"/>
            <a:pathLst>
              <a:path w="939624" h="885555">
                <a:moveTo>
                  <a:pt x="0" y="0"/>
                </a:moveTo>
                <a:lnTo>
                  <a:pt x="939624" y="0"/>
                </a:lnTo>
                <a:lnTo>
                  <a:pt x="939624" y="885556"/>
                </a:lnTo>
                <a:lnTo>
                  <a:pt x="0" y="88555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r="-181814" b="-119033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7895" y="-1398607"/>
            <a:ext cx="3316595" cy="3316595"/>
          </a:xfrm>
          <a:custGeom>
            <a:avLst/>
            <a:gdLst/>
            <a:ahLst/>
            <a:cxnLst/>
            <a:rect l="l" t="t" r="r" b="b"/>
            <a:pathLst>
              <a:path w="3316595" h="3316595">
                <a:moveTo>
                  <a:pt x="0" y="0"/>
                </a:moveTo>
                <a:lnTo>
                  <a:pt x="3316595" y="0"/>
                </a:lnTo>
                <a:lnTo>
                  <a:pt x="3316595" y="3316595"/>
                </a:lnTo>
                <a:lnTo>
                  <a:pt x="0" y="331659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5310184" y="585922"/>
            <a:ext cx="2441218" cy="885555"/>
            <a:chOff x="0" y="0"/>
            <a:chExt cx="3254958" cy="11807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806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723337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806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383812" y="809745"/>
            <a:ext cx="437911" cy="43791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1498959" y="2911610"/>
            <a:ext cx="1580888" cy="15808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7E8E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1732" tIns="61732" rIns="61732" bIns="61732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498959" y="5168124"/>
            <a:ext cx="1580888" cy="158088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1732" tIns="61732" rIns="61732" bIns="61732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498959" y="7424639"/>
            <a:ext cx="1580888" cy="1580888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7E8E7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1732" tIns="61732" rIns="61732" bIns="61732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9559817" y="2886798"/>
            <a:ext cx="1580888" cy="1580888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7E8E7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1732" tIns="61732" rIns="61732" bIns="61732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9559817" y="5143313"/>
            <a:ext cx="1580888" cy="1580888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1732" tIns="61732" rIns="61732" bIns="61732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4" name="Group 24"/>
          <p:cNvGrpSpPr/>
          <p:nvPr/>
        </p:nvGrpSpPr>
        <p:grpSpPr>
          <a:xfrm rot="0">
            <a:off x="9559817" y="7399827"/>
            <a:ext cx="1580888" cy="1580888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7E8E7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1732" tIns="61732" rIns="61732" bIns="61732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sp>
        <p:nvSpPr>
          <p:cNvPr id="27" name="Freeform 27"/>
          <p:cNvSpPr/>
          <p:nvPr/>
        </p:nvSpPr>
        <p:spPr>
          <a:xfrm>
            <a:off x="1783393" y="5614482"/>
            <a:ext cx="1012019" cy="688173"/>
          </a:xfrm>
          <a:custGeom>
            <a:avLst/>
            <a:gdLst/>
            <a:ahLst/>
            <a:cxnLst/>
            <a:rect l="l" t="t" r="r" b="b"/>
            <a:pathLst>
              <a:path w="1012019" h="688173">
                <a:moveTo>
                  <a:pt x="0" y="0"/>
                </a:moveTo>
                <a:lnTo>
                  <a:pt x="1012020" y="0"/>
                </a:lnTo>
                <a:lnTo>
                  <a:pt x="1012020" y="688173"/>
                </a:lnTo>
                <a:lnTo>
                  <a:pt x="0" y="6881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990851" y="5583494"/>
            <a:ext cx="753472" cy="664426"/>
          </a:xfrm>
          <a:custGeom>
            <a:avLst/>
            <a:gdLst/>
            <a:ahLst/>
            <a:cxnLst/>
            <a:rect l="l" t="t" r="r" b="b"/>
            <a:pathLst>
              <a:path w="753472" h="664426">
                <a:moveTo>
                  <a:pt x="0" y="0"/>
                </a:moveTo>
                <a:lnTo>
                  <a:pt x="753472" y="0"/>
                </a:lnTo>
                <a:lnTo>
                  <a:pt x="753472" y="664426"/>
                </a:lnTo>
                <a:lnTo>
                  <a:pt x="0" y="6644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989317" y="7819737"/>
            <a:ext cx="607973" cy="686623"/>
          </a:xfrm>
          <a:custGeom>
            <a:avLst/>
            <a:gdLst/>
            <a:ahLst/>
            <a:cxnLst/>
            <a:rect l="l" t="t" r="r" b="b"/>
            <a:pathLst>
              <a:path w="607973" h="686623">
                <a:moveTo>
                  <a:pt x="0" y="0"/>
                </a:moveTo>
                <a:lnTo>
                  <a:pt x="607974" y="0"/>
                </a:lnTo>
                <a:lnTo>
                  <a:pt x="607974" y="686623"/>
                </a:lnTo>
                <a:lnTo>
                  <a:pt x="0" y="6866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9858500" y="7649825"/>
            <a:ext cx="983522" cy="1026447"/>
          </a:xfrm>
          <a:custGeom>
            <a:avLst/>
            <a:gdLst/>
            <a:ahLst/>
            <a:cxnLst/>
            <a:rect l="l" t="t" r="r" b="b"/>
            <a:pathLst>
              <a:path w="983522" h="1026447">
                <a:moveTo>
                  <a:pt x="0" y="0"/>
                </a:moveTo>
                <a:lnTo>
                  <a:pt x="983522" y="0"/>
                </a:lnTo>
                <a:lnTo>
                  <a:pt x="983522" y="1026447"/>
                </a:lnTo>
                <a:lnTo>
                  <a:pt x="0" y="102644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893038" y="3290141"/>
            <a:ext cx="800533" cy="800533"/>
          </a:xfrm>
          <a:custGeom>
            <a:avLst/>
            <a:gdLst/>
            <a:ahLst/>
            <a:cxnLst/>
            <a:rect l="l" t="t" r="r" b="b"/>
            <a:pathLst>
              <a:path w="800533" h="800533">
                <a:moveTo>
                  <a:pt x="0" y="0"/>
                </a:moveTo>
                <a:lnTo>
                  <a:pt x="800532" y="0"/>
                </a:lnTo>
                <a:lnTo>
                  <a:pt x="800532" y="800533"/>
                </a:lnTo>
                <a:lnTo>
                  <a:pt x="0" y="8005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9883667" y="3298238"/>
            <a:ext cx="933189" cy="807632"/>
          </a:xfrm>
          <a:custGeom>
            <a:avLst/>
            <a:gdLst/>
            <a:ahLst/>
            <a:cxnLst/>
            <a:rect l="l" t="t" r="r" b="b"/>
            <a:pathLst>
              <a:path w="933189" h="807632">
                <a:moveTo>
                  <a:pt x="0" y="0"/>
                </a:moveTo>
                <a:lnTo>
                  <a:pt x="933188" y="0"/>
                </a:lnTo>
                <a:lnTo>
                  <a:pt x="933188" y="807632"/>
                </a:lnTo>
                <a:lnTo>
                  <a:pt x="0" y="80763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028700" y="636890"/>
            <a:ext cx="13988001" cy="802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5"/>
              </a:lnSpc>
            </a:pPr>
            <a:r>
              <a:rPr lang="en-US" sz="5440">
                <a:solidFill>
                  <a:srgbClr val="252A3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5440">
              <a:solidFill>
                <a:srgbClr val="252A3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3421145" y="2753448"/>
            <a:ext cx="5160378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421145" y="3654429"/>
            <a:ext cx="5160378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演示文稿是实用的工具，如果您想在演示文稿中展现内容，多种方式。</a:t>
            </a:r>
            <a:endParaRPr lang="en-US" sz="24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421145" y="5009963"/>
            <a:ext cx="5160378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421145" y="5910943"/>
            <a:ext cx="5160378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演示文稿是实用的工具，如果您想在演示文稿中展现内容，多种方式。</a:t>
            </a:r>
            <a:endParaRPr lang="en-US" sz="24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3421145" y="7266477"/>
            <a:ext cx="5160378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3421145" y="8167458"/>
            <a:ext cx="5160378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演示文稿是实用的工具，如果您想在演示文稿中展现内容，多种方式。</a:t>
            </a:r>
            <a:endParaRPr lang="en-US" sz="24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1628663" y="2753448"/>
            <a:ext cx="5160378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1628663" y="3654429"/>
            <a:ext cx="5160378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演示文稿是实用的工具，如果您想在演示文稿中展现内容，多种方式。</a:t>
            </a:r>
            <a:endParaRPr lang="en-US" sz="24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1628663" y="5009963"/>
            <a:ext cx="5160378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1628663" y="5910943"/>
            <a:ext cx="5160378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演示文稿是实用的工具，如果您想在演示文稿中展现内容，多种方式。</a:t>
            </a:r>
            <a:endParaRPr lang="en-US" sz="24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1628663" y="7266477"/>
            <a:ext cx="5160378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1628663" y="8167458"/>
            <a:ext cx="5160378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演示文稿是实用的工具，如果您想在演示文稿中展现内容，多种方式。</a:t>
            </a:r>
            <a:endParaRPr lang="en-US" sz="24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46" name="Freeform 46"/>
          <p:cNvSpPr/>
          <p:nvPr/>
        </p:nvSpPr>
        <p:spPr>
          <a:xfrm>
            <a:off x="16713546" y="585922"/>
            <a:ext cx="939624" cy="885555"/>
          </a:xfrm>
          <a:custGeom>
            <a:avLst/>
            <a:gdLst/>
            <a:ahLst/>
            <a:cxnLst/>
            <a:rect l="l" t="t" r="r" b="b"/>
            <a:pathLst>
              <a:path w="939624" h="885555">
                <a:moveTo>
                  <a:pt x="0" y="0"/>
                </a:moveTo>
                <a:lnTo>
                  <a:pt x="939624" y="0"/>
                </a:lnTo>
                <a:lnTo>
                  <a:pt x="939624" y="885556"/>
                </a:lnTo>
                <a:lnTo>
                  <a:pt x="0" y="88555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r="-181814" b="-119033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36890"/>
            <a:ext cx="13988001" cy="802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5"/>
              </a:lnSpc>
            </a:pPr>
            <a:r>
              <a:rPr lang="en-US" sz="5440">
                <a:solidFill>
                  <a:srgbClr val="252A3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5440">
              <a:solidFill>
                <a:srgbClr val="252A3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2287895" y="-1398607"/>
            <a:ext cx="3316595" cy="3316595"/>
          </a:xfrm>
          <a:custGeom>
            <a:avLst/>
            <a:gdLst/>
            <a:ahLst/>
            <a:cxnLst/>
            <a:rect l="l" t="t" r="r" b="b"/>
            <a:pathLst>
              <a:path w="3316595" h="3316595">
                <a:moveTo>
                  <a:pt x="0" y="0"/>
                </a:moveTo>
                <a:lnTo>
                  <a:pt x="3316595" y="0"/>
                </a:lnTo>
                <a:lnTo>
                  <a:pt x="3316595" y="3316595"/>
                </a:lnTo>
                <a:lnTo>
                  <a:pt x="0" y="331659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5310184" y="585922"/>
            <a:ext cx="2441218" cy="885555"/>
            <a:chOff x="0" y="0"/>
            <a:chExt cx="3254958" cy="1180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806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23337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806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383812" y="809745"/>
            <a:ext cx="437911" cy="43791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0" y="6261042"/>
            <a:ext cx="19569390" cy="2997258"/>
            <a:chOff x="0" y="0"/>
            <a:chExt cx="5944036" cy="9103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944036" cy="910392"/>
            </a:xfrm>
            <a:custGeom>
              <a:avLst/>
              <a:gdLst/>
              <a:ahLst/>
              <a:cxnLst/>
              <a:rect l="l" t="t" r="r" b="b"/>
              <a:pathLst>
                <a:path w="5944036" h="910392">
                  <a:moveTo>
                    <a:pt x="0" y="0"/>
                  </a:moveTo>
                  <a:lnTo>
                    <a:pt x="5944036" y="0"/>
                  </a:lnTo>
                  <a:lnTo>
                    <a:pt x="5944036" y="910392"/>
                  </a:lnTo>
                  <a:lnTo>
                    <a:pt x="0" y="91039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7E8E7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944036" cy="958017"/>
            </a:xfrm>
            <a:prstGeom prst="rect">
              <a:avLst/>
            </a:prstGeom>
          </p:spPr>
          <p:txBody>
            <a:bodyPr lIns="44049" tIns="44049" rIns="44049" bIns="44049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0" y="6261042"/>
            <a:ext cx="6228619" cy="2997258"/>
            <a:chOff x="0" y="0"/>
            <a:chExt cx="964976" cy="46435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64976" cy="464354"/>
            </a:xfrm>
            <a:custGeom>
              <a:avLst/>
              <a:gdLst/>
              <a:ahLst/>
              <a:cxnLst/>
              <a:rect l="l" t="t" r="r" b="b"/>
              <a:pathLst>
                <a:path w="964976" h="464354">
                  <a:moveTo>
                    <a:pt x="0" y="0"/>
                  </a:moveTo>
                  <a:lnTo>
                    <a:pt x="964976" y="0"/>
                  </a:lnTo>
                  <a:lnTo>
                    <a:pt x="964976" y="464354"/>
                  </a:lnTo>
                  <a:lnTo>
                    <a:pt x="0" y="464354"/>
                  </a:lnTo>
                  <a:close/>
                </a:path>
              </a:pathLst>
            </a:custGeom>
            <a:blipFill>
              <a:blip r:embed="rId5"/>
              <a:stretch>
                <a:fillRect t="-8375" b="-8375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0">
            <a:off x="0" y="2656764"/>
            <a:ext cx="19569390" cy="2997258"/>
            <a:chOff x="0" y="0"/>
            <a:chExt cx="5944036" cy="9103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944036" cy="910392"/>
            </a:xfrm>
            <a:custGeom>
              <a:avLst/>
              <a:gdLst/>
              <a:ahLst/>
              <a:cxnLst/>
              <a:rect l="l" t="t" r="r" b="b"/>
              <a:pathLst>
                <a:path w="5944036" h="910392">
                  <a:moveTo>
                    <a:pt x="0" y="0"/>
                  </a:moveTo>
                  <a:lnTo>
                    <a:pt x="5944036" y="0"/>
                  </a:lnTo>
                  <a:lnTo>
                    <a:pt x="5944036" y="910392"/>
                  </a:lnTo>
                  <a:lnTo>
                    <a:pt x="0" y="91039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7E8E7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5944036" cy="958017"/>
            </a:xfrm>
            <a:prstGeom prst="rect">
              <a:avLst/>
            </a:prstGeom>
          </p:spPr>
          <p:txBody>
            <a:bodyPr lIns="44049" tIns="44049" rIns="44049" bIns="44049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96957" y="3284580"/>
            <a:ext cx="3228395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en-US" sz="3600">
                <a:solidFill>
                  <a:srgbClr val="0D0D0B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D0D0B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28700" y="4107768"/>
            <a:ext cx="3696653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演示文稿是实用的工具，如果您想在演示文稿中展现内容，可以选择多种方式。</a:t>
            </a:r>
            <a:endParaRPr lang="en-US" sz="24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562647" y="3284580"/>
            <a:ext cx="3228395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0D0D0B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D0D0B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562647" y="4107768"/>
            <a:ext cx="3696653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演示文稿是实用的工具，如果您想在演示文稿中展现内容，可以选择多种方式。</a:t>
            </a:r>
            <a:endParaRPr lang="en-US" sz="24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779746" y="6689016"/>
            <a:ext cx="4728507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3600">
                <a:solidFill>
                  <a:srgbClr val="0D0D0B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D0D0B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295674" y="7512204"/>
            <a:ext cx="3696653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演示文稿是实用的工具，如果您想在演示文稿中展现内容，可以选择多种方式。</a:t>
            </a:r>
            <a:endParaRPr lang="en-US" sz="24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grpSp>
        <p:nvGrpSpPr>
          <p:cNvPr id="24" name="Group 24"/>
          <p:cNvGrpSpPr/>
          <p:nvPr/>
        </p:nvGrpSpPr>
        <p:grpSpPr>
          <a:xfrm rot="0">
            <a:off x="12059126" y="6261042"/>
            <a:ext cx="6228619" cy="2997258"/>
            <a:chOff x="0" y="0"/>
            <a:chExt cx="964976" cy="46435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64976" cy="464354"/>
            </a:xfrm>
            <a:custGeom>
              <a:avLst/>
              <a:gdLst/>
              <a:ahLst/>
              <a:cxnLst/>
              <a:rect l="l" t="t" r="r" b="b"/>
              <a:pathLst>
                <a:path w="964976" h="464354">
                  <a:moveTo>
                    <a:pt x="0" y="0"/>
                  </a:moveTo>
                  <a:lnTo>
                    <a:pt x="964976" y="0"/>
                  </a:lnTo>
                  <a:lnTo>
                    <a:pt x="964976" y="464354"/>
                  </a:lnTo>
                  <a:lnTo>
                    <a:pt x="0" y="464354"/>
                  </a:lnTo>
                  <a:close/>
                </a:path>
              </a:pathLst>
            </a:custGeom>
            <a:blipFill>
              <a:blip r:embed="rId6"/>
              <a:stretch>
                <a:fillRect t="-8375" b="-8375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 rot="0">
            <a:off x="6029691" y="2656764"/>
            <a:ext cx="6228619" cy="2997258"/>
            <a:chOff x="0" y="0"/>
            <a:chExt cx="964976" cy="46435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64976" cy="464354"/>
            </a:xfrm>
            <a:custGeom>
              <a:avLst/>
              <a:gdLst/>
              <a:ahLst/>
              <a:cxnLst/>
              <a:rect l="l" t="t" r="r" b="b"/>
              <a:pathLst>
                <a:path w="964976" h="464354">
                  <a:moveTo>
                    <a:pt x="0" y="0"/>
                  </a:moveTo>
                  <a:lnTo>
                    <a:pt x="964976" y="0"/>
                  </a:lnTo>
                  <a:lnTo>
                    <a:pt x="964976" y="464354"/>
                  </a:lnTo>
                  <a:lnTo>
                    <a:pt x="0" y="464354"/>
                  </a:lnTo>
                  <a:close/>
                </a:path>
              </a:pathLst>
            </a:custGeom>
            <a:blipFill>
              <a:blip r:embed="rId7"/>
              <a:stretch>
                <a:fillRect t="-8375" b="-8375"/>
              </a:stretch>
            </a:blipFill>
          </p:spPr>
        </p:sp>
      </p:grpSp>
      <p:sp>
        <p:nvSpPr>
          <p:cNvPr id="28" name="Freeform 28"/>
          <p:cNvSpPr/>
          <p:nvPr/>
        </p:nvSpPr>
        <p:spPr>
          <a:xfrm>
            <a:off x="16713546" y="585922"/>
            <a:ext cx="939624" cy="885555"/>
          </a:xfrm>
          <a:custGeom>
            <a:avLst/>
            <a:gdLst/>
            <a:ahLst/>
            <a:cxnLst/>
            <a:rect l="l" t="t" r="r" b="b"/>
            <a:pathLst>
              <a:path w="939624" h="885555">
                <a:moveTo>
                  <a:pt x="0" y="0"/>
                </a:moveTo>
                <a:lnTo>
                  <a:pt x="939624" y="0"/>
                </a:lnTo>
                <a:lnTo>
                  <a:pt x="939624" y="885556"/>
                </a:lnTo>
                <a:lnTo>
                  <a:pt x="0" y="8855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181814" b="-119033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36890"/>
            <a:ext cx="14281484" cy="802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5"/>
              </a:lnSpc>
            </a:pPr>
            <a:r>
              <a:rPr lang="en-US" sz="5440">
                <a:solidFill>
                  <a:srgbClr val="252A3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5440">
              <a:solidFill>
                <a:srgbClr val="252A3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2287895" y="-1398607"/>
            <a:ext cx="3316595" cy="3316595"/>
          </a:xfrm>
          <a:custGeom>
            <a:avLst/>
            <a:gdLst/>
            <a:ahLst/>
            <a:cxnLst/>
            <a:rect l="l" t="t" r="r" b="b"/>
            <a:pathLst>
              <a:path w="3316595" h="3316595">
                <a:moveTo>
                  <a:pt x="0" y="0"/>
                </a:moveTo>
                <a:lnTo>
                  <a:pt x="3316595" y="0"/>
                </a:lnTo>
                <a:lnTo>
                  <a:pt x="3316595" y="3316595"/>
                </a:lnTo>
                <a:lnTo>
                  <a:pt x="0" y="331659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5310184" y="585922"/>
            <a:ext cx="2441218" cy="885555"/>
            <a:chOff x="0" y="0"/>
            <a:chExt cx="3254958" cy="1180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806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23337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806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383812" y="809745"/>
            <a:ext cx="437911" cy="43791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1304938" y="2542150"/>
            <a:ext cx="15954362" cy="6256678"/>
            <a:chOff x="0" y="0"/>
            <a:chExt cx="4201972" cy="16478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01972" cy="1647849"/>
            </a:xfrm>
            <a:custGeom>
              <a:avLst/>
              <a:gdLst/>
              <a:ahLst/>
              <a:cxnLst/>
              <a:rect l="l" t="t" r="r" b="b"/>
              <a:pathLst>
                <a:path w="4201972" h="1647849">
                  <a:moveTo>
                    <a:pt x="0" y="0"/>
                  </a:moveTo>
                  <a:lnTo>
                    <a:pt x="4201972" y="0"/>
                  </a:lnTo>
                  <a:lnTo>
                    <a:pt x="4201972" y="1647849"/>
                  </a:lnTo>
                  <a:lnTo>
                    <a:pt x="0" y="1647849"/>
                  </a:lnTo>
                  <a:close/>
                </a:path>
              </a:pathLst>
            </a:custGeom>
            <a:solidFill>
              <a:srgbClr val="FEFDF9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4201972" cy="1676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92524" y="3996881"/>
            <a:ext cx="7046342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5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43352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演示文稿是一种实用的工具，可以是演示，演讲，报告等。大部分时间，它们都是在为观众服务。演示文稿是一种实用的工具，可以是演示，演讲等。演示文稿是一种实用的工具</a:t>
            </a:r>
            <a:endParaRPr lang="en-US" sz="2100" u="none" strike="noStrike">
              <a:solidFill>
                <a:srgbClr val="43352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92524" y="7118289"/>
            <a:ext cx="7046342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50"/>
              </a:lnSpc>
              <a:spcBef>
                <a:spcPct val="0"/>
              </a:spcBef>
            </a:pPr>
            <a:r>
              <a:rPr lang="en-US" sz="2100">
                <a:solidFill>
                  <a:srgbClr val="43352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演示文稿是一种实用的工具，可以是演示，演讲，报告等。大部分时间，它们都是在为观众服务。演示文稿是一种实用的工具，可以是演示，演讲等。演示文稿是一种实用的工具</a:t>
            </a:r>
            <a:endParaRPr lang="en-US" sz="2100">
              <a:solidFill>
                <a:srgbClr val="43352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422584" y="7118289"/>
            <a:ext cx="7436198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50"/>
              </a:lnSpc>
              <a:spcBef>
                <a:spcPct val="0"/>
              </a:spcBef>
            </a:pPr>
            <a:r>
              <a:rPr lang="en-US" sz="2100">
                <a:solidFill>
                  <a:srgbClr val="43352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演示文稿是一种实用的工具，可以是演示，演讲，报告等。大部分时间，它们都是在为观众服务。演示文稿是一种实用的工具，可以是演示，演讲等。演示文稿是一种实用的工具</a:t>
            </a:r>
            <a:endParaRPr lang="en-US" sz="2100">
              <a:solidFill>
                <a:srgbClr val="43352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692524" y="3280900"/>
            <a:ext cx="704634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151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 spc="151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92524" y="6403914"/>
            <a:ext cx="705980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151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 spc="151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698822" y="6413439"/>
            <a:ext cx="7560478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151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 spc="151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grpSp>
        <p:nvGrpSpPr>
          <p:cNvPr id="20" name="Group 20"/>
          <p:cNvGrpSpPr/>
          <p:nvPr/>
        </p:nvGrpSpPr>
        <p:grpSpPr>
          <a:xfrm rot="0">
            <a:off x="9422584" y="2542150"/>
            <a:ext cx="7836716" cy="3128339"/>
            <a:chOff x="0" y="0"/>
            <a:chExt cx="10448955" cy="4171119"/>
          </a:xfrm>
        </p:grpSpPr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5"/>
            <a:srcRect b="40175"/>
            <a:stretch>
              <a:fillRect/>
            </a:stretch>
          </p:blipFill>
          <p:spPr>
            <a:xfrm>
              <a:off x="0" y="0"/>
              <a:ext cx="10448955" cy="4171119"/>
            </a:xfrm>
            <a:prstGeom prst="rect">
              <a:avLst/>
            </a:prstGeom>
          </p:spPr>
        </p:pic>
      </p:grpSp>
      <p:grpSp>
        <p:nvGrpSpPr>
          <p:cNvPr id="22" name="Group 22"/>
          <p:cNvGrpSpPr/>
          <p:nvPr/>
        </p:nvGrpSpPr>
        <p:grpSpPr>
          <a:xfrm rot="0">
            <a:off x="-353466" y="9659950"/>
            <a:ext cx="18895039" cy="1078161"/>
            <a:chOff x="0" y="0"/>
            <a:chExt cx="4976471" cy="2839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976471" cy="283960"/>
            </a:xfrm>
            <a:custGeom>
              <a:avLst/>
              <a:gdLst/>
              <a:ahLst/>
              <a:cxnLst/>
              <a:rect l="l" t="t" r="r" b="b"/>
              <a:pathLst>
                <a:path w="4976471" h="283960">
                  <a:moveTo>
                    <a:pt x="0" y="0"/>
                  </a:moveTo>
                  <a:lnTo>
                    <a:pt x="4976471" y="0"/>
                  </a:lnTo>
                  <a:lnTo>
                    <a:pt x="4976471" y="283960"/>
                  </a:lnTo>
                  <a:lnTo>
                    <a:pt x="0" y="283960"/>
                  </a:lnTo>
                  <a:close/>
                </a:path>
              </a:pathLst>
            </a:custGeom>
            <a:solidFill>
              <a:srgbClr val="A09AF0">
                <a:alpha val="2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4976471" cy="331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0" y="9869500"/>
            <a:ext cx="18288000" cy="716211"/>
            <a:chOff x="0" y="0"/>
            <a:chExt cx="4816593" cy="18863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16592" cy="188632"/>
            </a:xfrm>
            <a:custGeom>
              <a:avLst/>
              <a:gdLst/>
              <a:ahLst/>
              <a:cxnLst/>
              <a:rect l="l" t="t" r="r" b="b"/>
              <a:pathLst>
                <a:path w="4816592" h="188632">
                  <a:moveTo>
                    <a:pt x="0" y="0"/>
                  </a:moveTo>
                  <a:lnTo>
                    <a:pt x="4816592" y="0"/>
                  </a:lnTo>
                  <a:lnTo>
                    <a:pt x="4816592" y="188632"/>
                  </a:lnTo>
                  <a:lnTo>
                    <a:pt x="0" y="188632"/>
                  </a:lnTo>
                  <a:close/>
                </a:path>
              </a:pathLst>
            </a:custGeom>
            <a:solidFill>
              <a:srgbClr val="A09AF0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4816593" cy="2362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1176080" y="3423504"/>
            <a:ext cx="257717" cy="257717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1732" tIns="61732" rIns="61732" bIns="61732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176080" y="6546518"/>
            <a:ext cx="257717" cy="25771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  <a:ln cap="sq">
              <a:noFill/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1732" tIns="61732" rIns="61732" bIns="61732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4" name="Group 34"/>
          <p:cNvGrpSpPr/>
          <p:nvPr/>
        </p:nvGrpSpPr>
        <p:grpSpPr>
          <a:xfrm rot="0">
            <a:off x="9293725" y="6546518"/>
            <a:ext cx="257717" cy="257717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1732" tIns="61732" rIns="61732" bIns="61732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sp>
        <p:nvSpPr>
          <p:cNvPr id="37" name="Freeform 37"/>
          <p:cNvSpPr/>
          <p:nvPr/>
        </p:nvSpPr>
        <p:spPr>
          <a:xfrm>
            <a:off x="16713546" y="585922"/>
            <a:ext cx="939624" cy="885555"/>
          </a:xfrm>
          <a:custGeom>
            <a:avLst/>
            <a:gdLst/>
            <a:ahLst/>
            <a:cxnLst/>
            <a:rect l="l" t="t" r="r" b="b"/>
            <a:pathLst>
              <a:path w="939624" h="885555">
                <a:moveTo>
                  <a:pt x="0" y="0"/>
                </a:moveTo>
                <a:lnTo>
                  <a:pt x="939624" y="0"/>
                </a:lnTo>
                <a:lnTo>
                  <a:pt x="939624" y="885556"/>
                </a:lnTo>
                <a:lnTo>
                  <a:pt x="0" y="8855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81814" b="-119033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36890"/>
            <a:ext cx="14281484" cy="80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5"/>
              </a:lnSpc>
            </a:pPr>
            <a:r>
              <a:rPr lang="en-US" sz="5440" b="1">
                <a:solidFill>
                  <a:srgbClr val="252A30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点击输入文本</a:t>
            </a:r>
            <a:endParaRPr lang="en-US" sz="5440" b="1">
              <a:solidFill>
                <a:srgbClr val="252A30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2287895" y="-1398607"/>
            <a:ext cx="3316595" cy="3316595"/>
          </a:xfrm>
          <a:custGeom>
            <a:avLst/>
            <a:gdLst/>
            <a:ahLst/>
            <a:cxnLst/>
            <a:rect l="l" t="t" r="r" b="b"/>
            <a:pathLst>
              <a:path w="3316595" h="3316595">
                <a:moveTo>
                  <a:pt x="0" y="0"/>
                </a:moveTo>
                <a:lnTo>
                  <a:pt x="3316595" y="0"/>
                </a:lnTo>
                <a:lnTo>
                  <a:pt x="3316595" y="3316595"/>
                </a:lnTo>
                <a:lnTo>
                  <a:pt x="0" y="331659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5310184" y="585922"/>
            <a:ext cx="2441218" cy="885555"/>
            <a:chOff x="0" y="0"/>
            <a:chExt cx="3254958" cy="1180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806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23337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806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383812" y="809745"/>
            <a:ext cx="437911" cy="43791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0" y="7159460"/>
            <a:ext cx="18288000" cy="2519945"/>
            <a:chOff x="0" y="0"/>
            <a:chExt cx="4816593" cy="6636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6592" cy="663689"/>
            </a:xfrm>
            <a:custGeom>
              <a:avLst/>
              <a:gdLst/>
              <a:ahLst/>
              <a:cxnLst/>
              <a:rect l="l" t="t" r="r" b="b"/>
              <a:pathLst>
                <a:path w="4816592" h="663689">
                  <a:moveTo>
                    <a:pt x="0" y="0"/>
                  </a:moveTo>
                  <a:lnTo>
                    <a:pt x="4816592" y="0"/>
                  </a:lnTo>
                  <a:lnTo>
                    <a:pt x="4816592" y="663689"/>
                  </a:lnTo>
                  <a:lnTo>
                    <a:pt x="0" y="663689"/>
                  </a:lnTo>
                  <a:close/>
                </a:path>
              </a:pathLst>
            </a:custGeom>
            <a:solidFill>
              <a:srgbClr val="A09AF0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816593" cy="711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1287657" y="3368765"/>
            <a:ext cx="4746924" cy="6310641"/>
            <a:chOff x="0" y="0"/>
            <a:chExt cx="1390232" cy="184819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90232" cy="1848198"/>
            </a:xfrm>
            <a:custGeom>
              <a:avLst/>
              <a:gdLst/>
              <a:ahLst/>
              <a:cxnLst/>
              <a:rect l="l" t="t" r="r" b="b"/>
              <a:pathLst>
                <a:path w="1390232" h="1848198">
                  <a:moveTo>
                    <a:pt x="0" y="0"/>
                  </a:moveTo>
                  <a:lnTo>
                    <a:pt x="1390232" y="0"/>
                  </a:lnTo>
                  <a:lnTo>
                    <a:pt x="1390232" y="1848198"/>
                  </a:lnTo>
                  <a:lnTo>
                    <a:pt x="0" y="184819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390232" cy="1895823"/>
            </a:xfrm>
            <a:prstGeom prst="rect">
              <a:avLst/>
            </a:prstGeom>
          </p:spPr>
          <p:txBody>
            <a:bodyPr lIns="46668" tIns="46668" rIns="46668" bIns="46668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6770538" y="3368765"/>
            <a:ext cx="4746924" cy="6310641"/>
            <a:chOff x="0" y="0"/>
            <a:chExt cx="1390232" cy="184819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90232" cy="1848198"/>
            </a:xfrm>
            <a:custGeom>
              <a:avLst/>
              <a:gdLst/>
              <a:ahLst/>
              <a:cxnLst/>
              <a:rect l="l" t="t" r="r" b="b"/>
              <a:pathLst>
                <a:path w="1390232" h="1848198">
                  <a:moveTo>
                    <a:pt x="0" y="0"/>
                  </a:moveTo>
                  <a:lnTo>
                    <a:pt x="1390232" y="0"/>
                  </a:lnTo>
                  <a:lnTo>
                    <a:pt x="1390232" y="1848198"/>
                  </a:lnTo>
                  <a:lnTo>
                    <a:pt x="0" y="184819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390232" cy="1895823"/>
            </a:xfrm>
            <a:prstGeom prst="rect">
              <a:avLst/>
            </a:prstGeom>
          </p:spPr>
          <p:txBody>
            <a:bodyPr lIns="46668" tIns="46668" rIns="46668" bIns="46668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12253418" y="3368765"/>
            <a:ext cx="4746924" cy="6310641"/>
            <a:chOff x="0" y="0"/>
            <a:chExt cx="1390232" cy="184819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90232" cy="1848198"/>
            </a:xfrm>
            <a:custGeom>
              <a:avLst/>
              <a:gdLst/>
              <a:ahLst/>
              <a:cxnLst/>
              <a:rect l="l" t="t" r="r" b="b"/>
              <a:pathLst>
                <a:path w="1390232" h="1848198">
                  <a:moveTo>
                    <a:pt x="0" y="0"/>
                  </a:moveTo>
                  <a:lnTo>
                    <a:pt x="1390232" y="0"/>
                  </a:lnTo>
                  <a:lnTo>
                    <a:pt x="1390232" y="1848198"/>
                  </a:lnTo>
                  <a:lnTo>
                    <a:pt x="0" y="184819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390232" cy="1895823"/>
            </a:xfrm>
            <a:prstGeom prst="rect">
              <a:avLst/>
            </a:prstGeom>
          </p:spPr>
          <p:txBody>
            <a:bodyPr lIns="46668" tIns="46668" rIns="46668" bIns="46668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22" name="Group 22"/>
          <p:cNvGrpSpPr/>
          <p:nvPr/>
        </p:nvGrpSpPr>
        <p:grpSpPr>
          <a:xfrm rot="0">
            <a:off x="2207300" y="2166047"/>
            <a:ext cx="2907639" cy="2907639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t="-5710" b="-5710"/>
              </a:stretch>
            </a:blipFill>
            <a:ln w="104775" cap="sq">
              <a:solidFill>
                <a:srgbClr val="7E73FF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681286" y="6172130"/>
            <a:ext cx="3999992" cy="297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1890" spc="37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演示文稿是一种实用的工具，可以是演示，演讲，报告等。大部分时间，它们都是在为观众服务。它们有多种用途，是演讲和教学的有力工具。如果您想在演示文稿中展现内容，可以选择多种可以选择多种方式。您可以在讲座中包含团队照片，产品说明或</a:t>
            </a:r>
            <a:endParaRPr lang="en-US" sz="1890" spc="37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327982" y="5533317"/>
            <a:ext cx="4706599" cy="555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0"/>
              </a:lnSpc>
              <a:spcBef>
                <a:spcPct val="0"/>
              </a:spcBef>
            </a:pPr>
            <a:r>
              <a:rPr lang="en-US" sz="3235" spc="64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235" spc="64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164166" y="6172130"/>
            <a:ext cx="3999992" cy="297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1890" spc="37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演示文稿是一种实用的工具，可以是演示，演讲，报告等。大部分时间，它们都是在为观众服务。它们有多种用途，是演讲和教学的有力工具。如果您想在演示文稿中展现内容，可以选择多种可以选择多种方式。您可以在讲座中包含团队照片，产品说明或</a:t>
            </a:r>
            <a:endParaRPr lang="en-US" sz="1890" spc="37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810863" y="5533317"/>
            <a:ext cx="4706599" cy="555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0"/>
              </a:lnSpc>
              <a:spcBef>
                <a:spcPct val="0"/>
              </a:spcBef>
            </a:pPr>
            <a:r>
              <a:rPr lang="en-US" sz="3235" spc="64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235" spc="64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647047" y="6172130"/>
            <a:ext cx="3999992" cy="297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1890" spc="37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演示文稿是一种实用的工具，可以是演示，演讲，报告等。大部分时间，它们都是在为观众服务。它们有多种用途，是演讲和教学的有力工具。如果您想在演示文稿中展现内容，可以选择多种可以选择多种方式。您可以在讲座中包含团队照片，产品说明或</a:t>
            </a:r>
            <a:endParaRPr lang="en-US" sz="1890" spc="37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293743" y="5533317"/>
            <a:ext cx="4706599" cy="555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0"/>
              </a:lnSpc>
              <a:spcBef>
                <a:spcPct val="0"/>
              </a:spcBef>
            </a:pPr>
            <a:r>
              <a:rPr lang="en-US" sz="3235" spc="64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235" spc="64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grpSp>
        <p:nvGrpSpPr>
          <p:cNvPr id="30" name="Group 30"/>
          <p:cNvGrpSpPr/>
          <p:nvPr/>
        </p:nvGrpSpPr>
        <p:grpSpPr>
          <a:xfrm rot="0">
            <a:off x="7710343" y="2166047"/>
            <a:ext cx="2907639" cy="2907639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25046" r="-25046"/>
              </a:stretch>
            </a:blipFill>
            <a:ln w="104775" cap="sq">
              <a:solidFill>
                <a:srgbClr val="7E73FF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 rot="0">
            <a:off x="13213386" y="2166047"/>
            <a:ext cx="2907639" cy="2907639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t="-17567" b="-17567"/>
              </a:stretch>
            </a:blipFill>
            <a:ln w="104775" cap="sq">
              <a:solidFill>
                <a:srgbClr val="7E73FF"/>
              </a:solidFill>
              <a:prstDash val="solid"/>
              <a:miter/>
            </a:ln>
          </p:spPr>
        </p:sp>
      </p:grpSp>
      <p:sp>
        <p:nvSpPr>
          <p:cNvPr id="34" name="Freeform 34"/>
          <p:cNvSpPr/>
          <p:nvPr/>
        </p:nvSpPr>
        <p:spPr>
          <a:xfrm>
            <a:off x="16713546" y="585922"/>
            <a:ext cx="939624" cy="885555"/>
          </a:xfrm>
          <a:custGeom>
            <a:avLst/>
            <a:gdLst/>
            <a:ahLst/>
            <a:cxnLst/>
            <a:rect l="l" t="t" r="r" b="b"/>
            <a:pathLst>
              <a:path w="939624" h="885555">
                <a:moveTo>
                  <a:pt x="0" y="0"/>
                </a:moveTo>
                <a:lnTo>
                  <a:pt x="939624" y="0"/>
                </a:lnTo>
                <a:lnTo>
                  <a:pt x="939624" y="885556"/>
                </a:lnTo>
                <a:lnTo>
                  <a:pt x="0" y="8855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181814" b="-119033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36890"/>
            <a:ext cx="14281484" cy="802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5"/>
              </a:lnSpc>
            </a:pPr>
            <a:r>
              <a:rPr lang="en-US" sz="5440">
                <a:solidFill>
                  <a:srgbClr val="252A3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5440">
              <a:solidFill>
                <a:srgbClr val="252A3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2287895" y="-1398607"/>
            <a:ext cx="3316595" cy="3316595"/>
          </a:xfrm>
          <a:custGeom>
            <a:avLst/>
            <a:gdLst/>
            <a:ahLst/>
            <a:cxnLst/>
            <a:rect l="l" t="t" r="r" b="b"/>
            <a:pathLst>
              <a:path w="3316595" h="3316595">
                <a:moveTo>
                  <a:pt x="0" y="0"/>
                </a:moveTo>
                <a:lnTo>
                  <a:pt x="3316595" y="0"/>
                </a:lnTo>
                <a:lnTo>
                  <a:pt x="3316595" y="3316595"/>
                </a:lnTo>
                <a:lnTo>
                  <a:pt x="0" y="331659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5310184" y="585922"/>
            <a:ext cx="2441218" cy="885555"/>
            <a:chOff x="0" y="0"/>
            <a:chExt cx="3254958" cy="1180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806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23337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806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383812" y="809745"/>
            <a:ext cx="437911" cy="43791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1028700" y="5963064"/>
            <a:ext cx="15909361" cy="3036905"/>
            <a:chOff x="0" y="0"/>
            <a:chExt cx="4128658" cy="7881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28658" cy="788111"/>
            </a:xfrm>
            <a:custGeom>
              <a:avLst/>
              <a:gdLst/>
              <a:ahLst/>
              <a:cxnLst/>
              <a:rect l="l" t="t" r="r" b="b"/>
              <a:pathLst>
                <a:path w="4128658" h="788111">
                  <a:moveTo>
                    <a:pt x="0" y="0"/>
                  </a:moveTo>
                  <a:lnTo>
                    <a:pt x="4128658" y="0"/>
                  </a:lnTo>
                  <a:lnTo>
                    <a:pt x="4128658" y="788111"/>
                  </a:lnTo>
                  <a:lnTo>
                    <a:pt x="0" y="788111"/>
                  </a:ln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38100" cap="sq">
              <a:solidFill>
                <a:srgbClr val="B3BAC4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128658" cy="835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1184812" y="6083649"/>
            <a:ext cx="5998235" cy="2801113"/>
            <a:chOff x="0" y="0"/>
            <a:chExt cx="7997646" cy="3734818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5"/>
            <a:srcRect t="14911" b="14911"/>
            <a:stretch>
              <a:fillRect/>
            </a:stretch>
          </p:blipFill>
          <p:spPr>
            <a:xfrm>
              <a:off x="0" y="0"/>
              <a:ext cx="7997646" cy="3734818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 rot="0">
            <a:off x="1028700" y="2577969"/>
            <a:ext cx="15909361" cy="3036905"/>
            <a:chOff x="0" y="0"/>
            <a:chExt cx="4128658" cy="78811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28658" cy="788111"/>
            </a:xfrm>
            <a:custGeom>
              <a:avLst/>
              <a:gdLst/>
              <a:ahLst/>
              <a:cxnLst/>
              <a:rect l="l" t="t" r="r" b="b"/>
              <a:pathLst>
                <a:path w="4128658" h="788111">
                  <a:moveTo>
                    <a:pt x="0" y="0"/>
                  </a:moveTo>
                  <a:lnTo>
                    <a:pt x="4128658" y="0"/>
                  </a:lnTo>
                  <a:lnTo>
                    <a:pt x="4128658" y="788111"/>
                  </a:lnTo>
                  <a:lnTo>
                    <a:pt x="0" y="788111"/>
                  </a:ln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38100" cap="sq">
              <a:solidFill>
                <a:srgbClr val="B3BAC4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4128658" cy="835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10937459" y="2733063"/>
            <a:ext cx="5850441" cy="2732095"/>
            <a:chOff x="0" y="0"/>
            <a:chExt cx="7800588" cy="3642794"/>
          </a:xfrm>
        </p:grpSpPr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6"/>
            <a:srcRect t="32509" b="32509"/>
            <a:stretch>
              <a:fillRect/>
            </a:stretch>
          </p:blipFill>
          <p:spPr>
            <a:xfrm>
              <a:off x="0" y="0"/>
              <a:ext cx="7800588" cy="3642794"/>
            </a:xfrm>
            <a:prstGeom prst="rect">
              <a:avLst/>
            </a:prstGeom>
          </p:spPr>
        </p:pic>
      </p:grpSp>
      <p:sp>
        <p:nvSpPr>
          <p:cNvPr id="20" name="TextBox 20"/>
          <p:cNvSpPr txBox="1"/>
          <p:nvPr/>
        </p:nvSpPr>
        <p:spPr>
          <a:xfrm>
            <a:off x="1456261" y="2726665"/>
            <a:ext cx="4923846" cy="690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5"/>
              </a:lnSpc>
            </a:pPr>
            <a:r>
              <a:rPr lang="en-US" sz="3655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55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56261" y="3595900"/>
            <a:ext cx="3938283" cy="1678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213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演示文稿是实用的工具，如果您想在演示文稿中展现内容，多种方式是实用的工具，演示文稿中展现内容，可以选择多种方式。</a:t>
            </a:r>
            <a:endParaRPr lang="en-US" sz="213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013613" y="2726665"/>
            <a:ext cx="4923846" cy="690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5"/>
              </a:lnSpc>
            </a:pPr>
            <a:r>
              <a:rPr lang="en-US" sz="3655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55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013613" y="3595900"/>
            <a:ext cx="3938283" cy="1678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213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演示文稿是实用的工具，如果您想在演示文稿中展现内容，多种方式是实用的工具，演示文稿中展现内容，可以选择多种方式。</a:t>
            </a:r>
            <a:endParaRPr lang="en-US" sz="213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778101" y="6138744"/>
            <a:ext cx="4923846" cy="690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5"/>
              </a:lnSpc>
            </a:pPr>
            <a:r>
              <a:rPr lang="en-US" sz="3655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55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778101" y="7007980"/>
            <a:ext cx="3938283" cy="1678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213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演示文稿是实用的工具，如果您想在演示文稿中展现内容，多种方式是实用的工具，演示文稿中展现内容，可以选择多种方式。</a:t>
            </a:r>
            <a:endParaRPr lang="en-US" sz="213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335454" y="6138744"/>
            <a:ext cx="4923846" cy="690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5"/>
              </a:lnSpc>
            </a:pPr>
            <a:r>
              <a:rPr lang="en-US" sz="3655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55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335454" y="7007980"/>
            <a:ext cx="3938283" cy="1678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213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演示文稿是实用的工具，如果您想在演示文稿中展现内容，多种方式是实用的工具，演示文稿中展现内容，可以选择多种方式。</a:t>
            </a:r>
            <a:endParaRPr lang="en-US" sz="213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grpSp>
        <p:nvGrpSpPr>
          <p:cNvPr id="28" name="Group 28"/>
          <p:cNvGrpSpPr/>
          <p:nvPr/>
        </p:nvGrpSpPr>
        <p:grpSpPr>
          <a:xfrm rot="0">
            <a:off x="-353466" y="9659950"/>
            <a:ext cx="18895039" cy="1078161"/>
            <a:chOff x="0" y="0"/>
            <a:chExt cx="4976471" cy="2839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976471" cy="283960"/>
            </a:xfrm>
            <a:custGeom>
              <a:avLst/>
              <a:gdLst/>
              <a:ahLst/>
              <a:cxnLst/>
              <a:rect l="l" t="t" r="r" b="b"/>
              <a:pathLst>
                <a:path w="4976471" h="283960">
                  <a:moveTo>
                    <a:pt x="0" y="0"/>
                  </a:moveTo>
                  <a:lnTo>
                    <a:pt x="4976471" y="0"/>
                  </a:lnTo>
                  <a:lnTo>
                    <a:pt x="4976471" y="283960"/>
                  </a:lnTo>
                  <a:lnTo>
                    <a:pt x="0" y="283960"/>
                  </a:lnTo>
                  <a:close/>
                </a:path>
              </a:pathLst>
            </a:custGeom>
            <a:solidFill>
              <a:srgbClr val="A09AF0">
                <a:alpha val="2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4976471" cy="331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0" y="9869500"/>
            <a:ext cx="18288000" cy="716211"/>
            <a:chOff x="0" y="0"/>
            <a:chExt cx="4816593" cy="18863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816592" cy="188632"/>
            </a:xfrm>
            <a:custGeom>
              <a:avLst/>
              <a:gdLst/>
              <a:ahLst/>
              <a:cxnLst/>
              <a:rect l="l" t="t" r="r" b="b"/>
              <a:pathLst>
                <a:path w="4816592" h="188632">
                  <a:moveTo>
                    <a:pt x="0" y="0"/>
                  </a:moveTo>
                  <a:lnTo>
                    <a:pt x="4816592" y="0"/>
                  </a:lnTo>
                  <a:lnTo>
                    <a:pt x="4816592" y="188632"/>
                  </a:lnTo>
                  <a:lnTo>
                    <a:pt x="0" y="188632"/>
                  </a:lnTo>
                  <a:close/>
                </a:path>
              </a:pathLst>
            </a:custGeom>
            <a:solidFill>
              <a:srgbClr val="A09AF0"/>
            </a:solidFill>
            <a:ln cap="sq">
              <a:noFill/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4816593" cy="2362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34" name="Group 34"/>
          <p:cNvGrpSpPr/>
          <p:nvPr/>
        </p:nvGrpSpPr>
        <p:grpSpPr>
          <a:xfrm rot="0">
            <a:off x="927096" y="3014593"/>
            <a:ext cx="257717" cy="257717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1732" tIns="61732" rIns="61732" bIns="61732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7" name="Group 37"/>
          <p:cNvGrpSpPr/>
          <p:nvPr/>
        </p:nvGrpSpPr>
        <p:grpSpPr>
          <a:xfrm rot="0">
            <a:off x="16787900" y="6426672"/>
            <a:ext cx="257717" cy="257717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1732" tIns="61732" rIns="61732" bIns="61732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sp>
        <p:nvSpPr>
          <p:cNvPr id="40" name="Freeform 40"/>
          <p:cNvSpPr/>
          <p:nvPr/>
        </p:nvSpPr>
        <p:spPr>
          <a:xfrm>
            <a:off x="16713546" y="585922"/>
            <a:ext cx="939624" cy="885555"/>
          </a:xfrm>
          <a:custGeom>
            <a:avLst/>
            <a:gdLst/>
            <a:ahLst/>
            <a:cxnLst/>
            <a:rect l="l" t="t" r="r" b="b"/>
            <a:pathLst>
              <a:path w="939624" h="885555">
                <a:moveTo>
                  <a:pt x="0" y="0"/>
                </a:moveTo>
                <a:lnTo>
                  <a:pt x="939624" y="0"/>
                </a:lnTo>
                <a:lnTo>
                  <a:pt x="939624" y="885556"/>
                </a:lnTo>
                <a:lnTo>
                  <a:pt x="0" y="8855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81814" b="-119033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36890"/>
            <a:ext cx="14281484" cy="802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5"/>
              </a:lnSpc>
            </a:pPr>
            <a:r>
              <a:rPr lang="en-US" sz="5440">
                <a:solidFill>
                  <a:srgbClr val="252A3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5440">
              <a:solidFill>
                <a:srgbClr val="252A3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2287895" y="-1398607"/>
            <a:ext cx="3316595" cy="3316595"/>
          </a:xfrm>
          <a:custGeom>
            <a:avLst/>
            <a:gdLst/>
            <a:ahLst/>
            <a:cxnLst/>
            <a:rect l="l" t="t" r="r" b="b"/>
            <a:pathLst>
              <a:path w="3316595" h="3316595">
                <a:moveTo>
                  <a:pt x="0" y="0"/>
                </a:moveTo>
                <a:lnTo>
                  <a:pt x="3316595" y="0"/>
                </a:lnTo>
                <a:lnTo>
                  <a:pt x="3316595" y="3316595"/>
                </a:lnTo>
                <a:lnTo>
                  <a:pt x="0" y="331659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5310184" y="585922"/>
            <a:ext cx="2441218" cy="885555"/>
            <a:chOff x="0" y="0"/>
            <a:chExt cx="3254958" cy="1180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806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23337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806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383812" y="809745"/>
            <a:ext cx="437911" cy="43791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6770705" y="2870493"/>
            <a:ext cx="4911285" cy="6044659"/>
            <a:chOff x="0" y="0"/>
            <a:chExt cx="6604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5"/>
              <a:stretch>
                <a:fillRect t="-4232" b="-423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2454887" y="3741644"/>
            <a:ext cx="529651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454887" y="4444216"/>
            <a:ext cx="4897131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演示文稿是实用的工具，如果您想在演示文稿中展现内容，可以选择多种方式。</a:t>
            </a:r>
            <a:endParaRPr lang="en-US" sz="21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454887" y="6976550"/>
            <a:ext cx="529651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454887" y="7679122"/>
            <a:ext cx="4897131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演示文稿是实用的工具，如果您想在演示文稿中展现内容，可以选择多种方式。</a:t>
            </a:r>
            <a:endParaRPr lang="en-US" sz="21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87557" y="3741644"/>
            <a:ext cx="529651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86941" y="4444216"/>
            <a:ext cx="4897131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1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演示文稿是实用的工具，如果您想在演示文稿中展现内容，可以选择多种方式。</a:t>
            </a:r>
            <a:endParaRPr lang="en-US" sz="21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87557" y="6976550"/>
            <a:ext cx="529651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86941" y="7679122"/>
            <a:ext cx="4897131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1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演示文稿是实用的工具，如果您想在演示文稿中展现内容，可以选择多种方式。</a:t>
            </a:r>
            <a:endParaRPr lang="en-US" sz="21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grpSp>
        <p:nvGrpSpPr>
          <p:cNvPr id="20" name="Group 20"/>
          <p:cNvGrpSpPr/>
          <p:nvPr/>
        </p:nvGrpSpPr>
        <p:grpSpPr>
          <a:xfrm rot="0">
            <a:off x="6548430" y="3741644"/>
            <a:ext cx="444550" cy="44455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46002" tIns="46002" rIns="46002" bIns="46002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6548430" y="7025737"/>
            <a:ext cx="444550" cy="444550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46002" tIns="46002" rIns="46002" bIns="46002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11459715" y="7074925"/>
            <a:ext cx="444550" cy="444550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46002" tIns="46002" rIns="46002" bIns="46002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11459715" y="3790832"/>
            <a:ext cx="444550" cy="444550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46002" tIns="46002" rIns="46002" bIns="46002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32" name="Group 32"/>
          <p:cNvGrpSpPr/>
          <p:nvPr/>
        </p:nvGrpSpPr>
        <p:grpSpPr>
          <a:xfrm rot="0">
            <a:off x="-353466" y="9659950"/>
            <a:ext cx="18895039" cy="1078161"/>
            <a:chOff x="0" y="0"/>
            <a:chExt cx="4976471" cy="2839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976471" cy="283960"/>
            </a:xfrm>
            <a:custGeom>
              <a:avLst/>
              <a:gdLst/>
              <a:ahLst/>
              <a:cxnLst/>
              <a:rect l="l" t="t" r="r" b="b"/>
              <a:pathLst>
                <a:path w="4976471" h="283960">
                  <a:moveTo>
                    <a:pt x="0" y="0"/>
                  </a:moveTo>
                  <a:lnTo>
                    <a:pt x="4976471" y="0"/>
                  </a:lnTo>
                  <a:lnTo>
                    <a:pt x="4976471" y="283960"/>
                  </a:lnTo>
                  <a:lnTo>
                    <a:pt x="0" y="283960"/>
                  </a:lnTo>
                  <a:close/>
                </a:path>
              </a:pathLst>
            </a:custGeom>
            <a:solidFill>
              <a:srgbClr val="A09AF0">
                <a:alpha val="2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4976471" cy="331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35" name="Group 35"/>
          <p:cNvGrpSpPr/>
          <p:nvPr/>
        </p:nvGrpSpPr>
        <p:grpSpPr>
          <a:xfrm rot="0">
            <a:off x="0" y="9869500"/>
            <a:ext cx="18288000" cy="716211"/>
            <a:chOff x="0" y="0"/>
            <a:chExt cx="4816593" cy="18863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16592" cy="188632"/>
            </a:xfrm>
            <a:custGeom>
              <a:avLst/>
              <a:gdLst/>
              <a:ahLst/>
              <a:cxnLst/>
              <a:rect l="l" t="t" r="r" b="b"/>
              <a:pathLst>
                <a:path w="4816592" h="188632">
                  <a:moveTo>
                    <a:pt x="0" y="0"/>
                  </a:moveTo>
                  <a:lnTo>
                    <a:pt x="4816592" y="0"/>
                  </a:lnTo>
                  <a:lnTo>
                    <a:pt x="4816592" y="188632"/>
                  </a:lnTo>
                  <a:lnTo>
                    <a:pt x="0" y="188632"/>
                  </a:lnTo>
                  <a:close/>
                </a:path>
              </a:pathLst>
            </a:custGeom>
            <a:solidFill>
              <a:srgbClr val="A09AF0"/>
            </a:solidFill>
            <a:ln cap="sq">
              <a:noFill/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4816593" cy="2362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38" name="Freeform 38"/>
          <p:cNvSpPr/>
          <p:nvPr/>
        </p:nvSpPr>
        <p:spPr>
          <a:xfrm>
            <a:off x="16713546" y="585922"/>
            <a:ext cx="939624" cy="885555"/>
          </a:xfrm>
          <a:custGeom>
            <a:avLst/>
            <a:gdLst/>
            <a:ahLst/>
            <a:cxnLst/>
            <a:rect l="l" t="t" r="r" b="b"/>
            <a:pathLst>
              <a:path w="939624" h="885555">
                <a:moveTo>
                  <a:pt x="0" y="0"/>
                </a:moveTo>
                <a:lnTo>
                  <a:pt x="939624" y="0"/>
                </a:lnTo>
                <a:lnTo>
                  <a:pt x="939624" y="885556"/>
                </a:lnTo>
                <a:lnTo>
                  <a:pt x="0" y="8855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81814" b="-119033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1722" y="2623022"/>
            <a:ext cx="7347720" cy="6331893"/>
            <a:chOff x="0" y="0"/>
            <a:chExt cx="9796960" cy="844252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/>
            <a:srcRect l="18054" r="18054"/>
            <a:stretch>
              <a:fillRect/>
            </a:stretch>
          </p:blipFill>
          <p:spPr>
            <a:xfrm>
              <a:off x="0" y="0"/>
              <a:ext cx="4834980" cy="8442524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/>
            <a:srcRect l="11304" r="11304"/>
            <a:stretch>
              <a:fillRect/>
            </a:stretch>
          </p:blipFill>
          <p:spPr>
            <a:xfrm>
              <a:off x="4961980" y="0"/>
              <a:ext cx="4834980" cy="8442524"/>
            </a:xfrm>
            <a:prstGeom prst="rect">
              <a:avLst/>
            </a:prstGeom>
          </p:spPr>
        </p:pic>
      </p:grpSp>
      <p:sp>
        <p:nvSpPr>
          <p:cNvPr id="5" name="TextBox 5"/>
          <p:cNvSpPr txBox="1"/>
          <p:nvPr/>
        </p:nvSpPr>
        <p:spPr>
          <a:xfrm>
            <a:off x="1028700" y="636890"/>
            <a:ext cx="14281484" cy="802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5"/>
              </a:lnSpc>
            </a:pPr>
            <a:r>
              <a:rPr lang="en-US" sz="5440">
                <a:solidFill>
                  <a:srgbClr val="252A3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5440">
              <a:solidFill>
                <a:srgbClr val="252A3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2287895" y="-1398607"/>
            <a:ext cx="3316595" cy="3316595"/>
          </a:xfrm>
          <a:custGeom>
            <a:avLst/>
            <a:gdLst/>
            <a:ahLst/>
            <a:cxnLst/>
            <a:rect l="l" t="t" r="r" b="b"/>
            <a:pathLst>
              <a:path w="3316595" h="3316595">
                <a:moveTo>
                  <a:pt x="0" y="0"/>
                </a:moveTo>
                <a:lnTo>
                  <a:pt x="3316595" y="0"/>
                </a:lnTo>
                <a:lnTo>
                  <a:pt x="3316595" y="3316595"/>
                </a:lnTo>
                <a:lnTo>
                  <a:pt x="0" y="33165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15310184" y="585922"/>
            <a:ext cx="2441218" cy="885555"/>
            <a:chOff x="0" y="0"/>
            <a:chExt cx="3254958" cy="11807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806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723337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806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383812" y="809745"/>
            <a:ext cx="437911" cy="43791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9101943" y="2725659"/>
            <a:ext cx="8649460" cy="2871741"/>
            <a:chOff x="0" y="0"/>
            <a:chExt cx="2139007" cy="7101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39007" cy="710180"/>
            </a:xfrm>
            <a:custGeom>
              <a:avLst/>
              <a:gdLst/>
              <a:ahLst/>
              <a:cxnLst/>
              <a:rect l="l" t="t" r="r" b="b"/>
              <a:pathLst>
                <a:path w="2139007" h="710180">
                  <a:moveTo>
                    <a:pt x="0" y="0"/>
                  </a:moveTo>
                  <a:lnTo>
                    <a:pt x="2139007" y="0"/>
                  </a:lnTo>
                  <a:lnTo>
                    <a:pt x="2139007" y="710180"/>
                  </a:lnTo>
                  <a:lnTo>
                    <a:pt x="0" y="7101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8E7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139007" cy="738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9101943" y="6083175"/>
            <a:ext cx="8649460" cy="2871741"/>
            <a:chOff x="0" y="0"/>
            <a:chExt cx="2139007" cy="7101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39007" cy="710180"/>
            </a:xfrm>
            <a:custGeom>
              <a:avLst/>
              <a:gdLst/>
              <a:ahLst/>
              <a:cxnLst/>
              <a:rect l="l" t="t" r="r" b="b"/>
              <a:pathLst>
                <a:path w="2139007" h="710180">
                  <a:moveTo>
                    <a:pt x="0" y="0"/>
                  </a:moveTo>
                  <a:lnTo>
                    <a:pt x="2139007" y="0"/>
                  </a:lnTo>
                  <a:lnTo>
                    <a:pt x="2139007" y="710180"/>
                  </a:lnTo>
                  <a:lnTo>
                    <a:pt x="0" y="7101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8E7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2139007" cy="738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514722" y="3958689"/>
            <a:ext cx="7903902" cy="1259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55"/>
              </a:lnSpc>
              <a:spcBef>
                <a:spcPct val="0"/>
              </a:spcBef>
            </a:pPr>
            <a:r>
              <a:rPr lang="en-US" sz="2235" u="none" strike="noStrike">
                <a:solidFill>
                  <a:srgbClr val="43352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演示文稿是一种实用的工具，可以是演示，演讲，报告等。大部分时间，它们都是在为观众服务。演示文稿是一种实用的工具，可以是演示，演讲，报告等。演示文稿是一种实用的工具</a:t>
            </a:r>
            <a:endParaRPr lang="en-US" sz="2235" u="none" strike="noStrike">
              <a:solidFill>
                <a:srgbClr val="43352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514722" y="7315478"/>
            <a:ext cx="7903902" cy="1259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55"/>
              </a:lnSpc>
              <a:spcBef>
                <a:spcPct val="0"/>
              </a:spcBef>
            </a:pPr>
            <a:r>
              <a:rPr lang="en-US" sz="2235" u="none" strike="noStrike">
                <a:solidFill>
                  <a:srgbClr val="43352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演示文稿是一种实用的工具，可以是演示，演讲，报告等。大部分时间，它们都是在为观众服务。演示文稿是一种实用的工具，可以是演示，演讲，报告等。演示文稿是一种实用的工具</a:t>
            </a:r>
            <a:endParaRPr lang="en-US" sz="2235" u="none" strike="noStrike">
              <a:solidFill>
                <a:srgbClr val="43352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514722" y="3119469"/>
            <a:ext cx="718535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3835" spc="122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835" spc="122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514722" y="6476258"/>
            <a:ext cx="718535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3835" spc="122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835" spc="122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grpSp>
        <p:nvGrpSpPr>
          <p:cNvPr id="23" name="Group 23"/>
          <p:cNvGrpSpPr/>
          <p:nvPr/>
        </p:nvGrpSpPr>
        <p:grpSpPr>
          <a:xfrm rot="0">
            <a:off x="-353466" y="9659950"/>
            <a:ext cx="18895039" cy="1078161"/>
            <a:chOff x="0" y="0"/>
            <a:chExt cx="4976471" cy="2839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976471" cy="283960"/>
            </a:xfrm>
            <a:custGeom>
              <a:avLst/>
              <a:gdLst/>
              <a:ahLst/>
              <a:cxnLst/>
              <a:rect l="l" t="t" r="r" b="b"/>
              <a:pathLst>
                <a:path w="4976471" h="283960">
                  <a:moveTo>
                    <a:pt x="0" y="0"/>
                  </a:moveTo>
                  <a:lnTo>
                    <a:pt x="4976471" y="0"/>
                  </a:lnTo>
                  <a:lnTo>
                    <a:pt x="4976471" y="283960"/>
                  </a:lnTo>
                  <a:lnTo>
                    <a:pt x="0" y="283960"/>
                  </a:lnTo>
                  <a:close/>
                </a:path>
              </a:pathLst>
            </a:custGeom>
            <a:solidFill>
              <a:srgbClr val="A09AF0">
                <a:alpha val="2588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4976471" cy="331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0" y="9869500"/>
            <a:ext cx="18288000" cy="716211"/>
            <a:chOff x="0" y="0"/>
            <a:chExt cx="4816593" cy="18863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16592" cy="188632"/>
            </a:xfrm>
            <a:custGeom>
              <a:avLst/>
              <a:gdLst/>
              <a:ahLst/>
              <a:cxnLst/>
              <a:rect l="l" t="t" r="r" b="b"/>
              <a:pathLst>
                <a:path w="4816592" h="188632">
                  <a:moveTo>
                    <a:pt x="0" y="0"/>
                  </a:moveTo>
                  <a:lnTo>
                    <a:pt x="4816592" y="0"/>
                  </a:lnTo>
                  <a:lnTo>
                    <a:pt x="4816592" y="188632"/>
                  </a:lnTo>
                  <a:lnTo>
                    <a:pt x="0" y="188632"/>
                  </a:lnTo>
                  <a:close/>
                </a:path>
              </a:pathLst>
            </a:custGeom>
            <a:solidFill>
              <a:srgbClr val="A09AF0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4816593" cy="2362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8973084" y="3281123"/>
            <a:ext cx="257717" cy="257717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1732" tIns="61732" rIns="61732" bIns="61732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2" name="Group 32"/>
          <p:cNvGrpSpPr/>
          <p:nvPr/>
        </p:nvGrpSpPr>
        <p:grpSpPr>
          <a:xfrm rot="0">
            <a:off x="8973084" y="6637913"/>
            <a:ext cx="257717" cy="257717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1732" tIns="61732" rIns="61732" bIns="61732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sp>
        <p:nvSpPr>
          <p:cNvPr id="35" name="Freeform 35"/>
          <p:cNvSpPr/>
          <p:nvPr/>
        </p:nvSpPr>
        <p:spPr>
          <a:xfrm>
            <a:off x="16713546" y="585922"/>
            <a:ext cx="939624" cy="885555"/>
          </a:xfrm>
          <a:custGeom>
            <a:avLst/>
            <a:gdLst/>
            <a:ahLst/>
            <a:cxnLst/>
            <a:rect l="l" t="t" r="r" b="b"/>
            <a:pathLst>
              <a:path w="939624" h="885555">
                <a:moveTo>
                  <a:pt x="0" y="0"/>
                </a:moveTo>
                <a:lnTo>
                  <a:pt x="939624" y="0"/>
                </a:lnTo>
                <a:lnTo>
                  <a:pt x="939624" y="885556"/>
                </a:lnTo>
                <a:lnTo>
                  <a:pt x="0" y="8855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81814" b="-119033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7895" y="-1398607"/>
            <a:ext cx="3316595" cy="3316595"/>
          </a:xfrm>
          <a:custGeom>
            <a:avLst/>
            <a:gdLst/>
            <a:ahLst/>
            <a:cxnLst/>
            <a:rect l="l" t="t" r="r" b="b"/>
            <a:pathLst>
              <a:path w="3316595" h="3316595">
                <a:moveTo>
                  <a:pt x="0" y="0"/>
                </a:moveTo>
                <a:lnTo>
                  <a:pt x="3316595" y="0"/>
                </a:lnTo>
                <a:lnTo>
                  <a:pt x="3316595" y="3316595"/>
                </a:lnTo>
                <a:lnTo>
                  <a:pt x="0" y="331659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5310184" y="585922"/>
            <a:ext cx="2441218" cy="885555"/>
            <a:chOff x="0" y="0"/>
            <a:chExt cx="3254958" cy="11807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806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723337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806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383812" y="809745"/>
            <a:ext cx="437911" cy="43791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1028700" y="2218777"/>
            <a:ext cx="10244490" cy="2211582"/>
            <a:chOff x="0" y="0"/>
            <a:chExt cx="3111677" cy="6717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11677" cy="671749"/>
            </a:xfrm>
            <a:custGeom>
              <a:avLst/>
              <a:gdLst/>
              <a:ahLst/>
              <a:cxnLst/>
              <a:rect l="l" t="t" r="r" b="b"/>
              <a:pathLst>
                <a:path w="3111677" h="671749">
                  <a:moveTo>
                    <a:pt x="0" y="0"/>
                  </a:moveTo>
                  <a:lnTo>
                    <a:pt x="3111677" y="0"/>
                  </a:lnTo>
                  <a:lnTo>
                    <a:pt x="3111677" y="671749"/>
                  </a:lnTo>
                  <a:lnTo>
                    <a:pt x="0" y="67174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7E8E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111677" cy="719374"/>
            </a:xfrm>
            <a:prstGeom prst="rect">
              <a:avLst/>
            </a:prstGeom>
          </p:spPr>
          <p:txBody>
            <a:bodyPr lIns="44049" tIns="44049" rIns="44049" bIns="44049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028700" y="4830057"/>
            <a:ext cx="10244490" cy="2211582"/>
            <a:chOff x="0" y="0"/>
            <a:chExt cx="3111677" cy="6717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111677" cy="671749"/>
            </a:xfrm>
            <a:custGeom>
              <a:avLst/>
              <a:gdLst/>
              <a:ahLst/>
              <a:cxnLst/>
              <a:rect l="l" t="t" r="r" b="b"/>
              <a:pathLst>
                <a:path w="3111677" h="671749">
                  <a:moveTo>
                    <a:pt x="0" y="0"/>
                  </a:moveTo>
                  <a:lnTo>
                    <a:pt x="3111677" y="0"/>
                  </a:lnTo>
                  <a:lnTo>
                    <a:pt x="3111677" y="671749"/>
                  </a:lnTo>
                  <a:lnTo>
                    <a:pt x="0" y="67174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7E8E7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111677" cy="719374"/>
            </a:xfrm>
            <a:prstGeom prst="rect">
              <a:avLst/>
            </a:prstGeom>
          </p:spPr>
          <p:txBody>
            <a:bodyPr lIns="44049" tIns="44049" rIns="44049" bIns="44049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028700" y="7441337"/>
            <a:ext cx="10244490" cy="2211582"/>
            <a:chOff x="0" y="0"/>
            <a:chExt cx="3111677" cy="67174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11677" cy="671749"/>
            </a:xfrm>
            <a:custGeom>
              <a:avLst/>
              <a:gdLst/>
              <a:ahLst/>
              <a:cxnLst/>
              <a:rect l="l" t="t" r="r" b="b"/>
              <a:pathLst>
                <a:path w="3111677" h="671749">
                  <a:moveTo>
                    <a:pt x="0" y="0"/>
                  </a:moveTo>
                  <a:lnTo>
                    <a:pt x="3111677" y="0"/>
                  </a:lnTo>
                  <a:lnTo>
                    <a:pt x="3111677" y="671749"/>
                  </a:lnTo>
                  <a:lnTo>
                    <a:pt x="0" y="67174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7E8E7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111677" cy="719374"/>
            </a:xfrm>
            <a:prstGeom prst="rect">
              <a:avLst/>
            </a:prstGeom>
          </p:spPr>
          <p:txBody>
            <a:bodyPr lIns="44049" tIns="44049" rIns="44049" bIns="44049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1028700" y="2218777"/>
            <a:ext cx="179449" cy="2211582"/>
            <a:chOff x="0" y="0"/>
            <a:chExt cx="54506" cy="67174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506" cy="671749"/>
            </a:xfrm>
            <a:custGeom>
              <a:avLst/>
              <a:gdLst/>
              <a:ahLst/>
              <a:cxnLst/>
              <a:rect l="l" t="t" r="r" b="b"/>
              <a:pathLst>
                <a:path w="54506" h="671749">
                  <a:moveTo>
                    <a:pt x="0" y="0"/>
                  </a:moveTo>
                  <a:lnTo>
                    <a:pt x="54506" y="0"/>
                  </a:lnTo>
                  <a:lnTo>
                    <a:pt x="54506" y="671749"/>
                  </a:lnTo>
                  <a:lnTo>
                    <a:pt x="0" y="671749"/>
                  </a:lnTo>
                  <a:close/>
                </a:path>
              </a:pathLst>
            </a:custGeom>
            <a:solidFill>
              <a:srgbClr val="7E73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54506" cy="719374"/>
            </a:xfrm>
            <a:prstGeom prst="rect">
              <a:avLst/>
            </a:prstGeom>
          </p:spPr>
          <p:txBody>
            <a:bodyPr lIns="44049" tIns="44049" rIns="44049" bIns="44049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1028700" y="4830057"/>
            <a:ext cx="179449" cy="2211582"/>
            <a:chOff x="0" y="0"/>
            <a:chExt cx="54506" cy="67174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506" cy="671749"/>
            </a:xfrm>
            <a:custGeom>
              <a:avLst/>
              <a:gdLst/>
              <a:ahLst/>
              <a:cxnLst/>
              <a:rect l="l" t="t" r="r" b="b"/>
              <a:pathLst>
                <a:path w="54506" h="671749">
                  <a:moveTo>
                    <a:pt x="0" y="0"/>
                  </a:moveTo>
                  <a:lnTo>
                    <a:pt x="54506" y="0"/>
                  </a:lnTo>
                  <a:lnTo>
                    <a:pt x="54506" y="671749"/>
                  </a:lnTo>
                  <a:lnTo>
                    <a:pt x="0" y="671749"/>
                  </a:lnTo>
                  <a:close/>
                </a:path>
              </a:pathLst>
            </a:custGeom>
            <a:solidFill>
              <a:srgbClr val="7E73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54506" cy="719374"/>
            </a:xfrm>
            <a:prstGeom prst="rect">
              <a:avLst/>
            </a:prstGeom>
          </p:spPr>
          <p:txBody>
            <a:bodyPr lIns="44049" tIns="44049" rIns="44049" bIns="44049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24" name="Group 24"/>
          <p:cNvGrpSpPr/>
          <p:nvPr/>
        </p:nvGrpSpPr>
        <p:grpSpPr>
          <a:xfrm rot="0">
            <a:off x="1028700" y="7441337"/>
            <a:ext cx="179449" cy="2211582"/>
            <a:chOff x="0" y="0"/>
            <a:chExt cx="54506" cy="67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4506" cy="671749"/>
            </a:xfrm>
            <a:custGeom>
              <a:avLst/>
              <a:gdLst/>
              <a:ahLst/>
              <a:cxnLst/>
              <a:rect l="l" t="t" r="r" b="b"/>
              <a:pathLst>
                <a:path w="54506" h="671749">
                  <a:moveTo>
                    <a:pt x="0" y="0"/>
                  </a:moveTo>
                  <a:lnTo>
                    <a:pt x="54506" y="0"/>
                  </a:lnTo>
                  <a:lnTo>
                    <a:pt x="54506" y="671749"/>
                  </a:lnTo>
                  <a:lnTo>
                    <a:pt x="0" y="671749"/>
                  </a:lnTo>
                  <a:close/>
                </a:path>
              </a:pathLst>
            </a:custGeom>
            <a:solidFill>
              <a:srgbClr val="7E73F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54506" cy="719374"/>
            </a:xfrm>
            <a:prstGeom prst="rect">
              <a:avLst/>
            </a:prstGeom>
          </p:spPr>
          <p:txBody>
            <a:bodyPr lIns="44049" tIns="44049" rIns="44049" bIns="44049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7" name="Freeform 27"/>
          <p:cNvSpPr/>
          <p:nvPr/>
        </p:nvSpPr>
        <p:spPr>
          <a:xfrm>
            <a:off x="16713546" y="585922"/>
            <a:ext cx="939624" cy="885555"/>
          </a:xfrm>
          <a:custGeom>
            <a:avLst/>
            <a:gdLst/>
            <a:ahLst/>
            <a:cxnLst/>
            <a:rect l="l" t="t" r="r" b="b"/>
            <a:pathLst>
              <a:path w="939624" h="885555">
                <a:moveTo>
                  <a:pt x="0" y="0"/>
                </a:moveTo>
                <a:lnTo>
                  <a:pt x="939624" y="0"/>
                </a:lnTo>
                <a:lnTo>
                  <a:pt x="939624" y="885556"/>
                </a:lnTo>
                <a:lnTo>
                  <a:pt x="0" y="8855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81814" b="-119033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2026282" y="2327049"/>
            <a:ext cx="5413198" cy="7217597"/>
          </a:xfrm>
          <a:custGeom>
            <a:avLst/>
            <a:gdLst/>
            <a:ahLst/>
            <a:cxnLst/>
            <a:rect l="l" t="t" r="r" b="b"/>
            <a:pathLst>
              <a:path w="5413198" h="7217597">
                <a:moveTo>
                  <a:pt x="0" y="0"/>
                </a:moveTo>
                <a:lnTo>
                  <a:pt x="5413198" y="0"/>
                </a:lnTo>
                <a:lnTo>
                  <a:pt x="5413198" y="7217597"/>
                </a:lnTo>
                <a:lnTo>
                  <a:pt x="0" y="72175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028700" y="636890"/>
            <a:ext cx="14281484" cy="802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5"/>
              </a:lnSpc>
            </a:pPr>
            <a:r>
              <a:rPr lang="en-US" sz="5440">
                <a:solidFill>
                  <a:srgbClr val="252A3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5440">
              <a:solidFill>
                <a:srgbClr val="252A3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816211" y="2486049"/>
            <a:ext cx="5301404" cy="646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0"/>
              </a:lnSpc>
            </a:pPr>
            <a:r>
              <a:rPr lang="en-US" sz="34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4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816211" y="3253287"/>
            <a:ext cx="8873459" cy="785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198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演示文稿是实用的工具，如果您想在演示文稿中展现内容，可以选择多种方式。演示文稿是实用的工具，如果您想在演示文稿中展现内容，可以选择多种方式。</a:t>
            </a:r>
            <a:endParaRPr lang="en-US" sz="198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816211" y="5097329"/>
            <a:ext cx="5301404" cy="646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0"/>
              </a:lnSpc>
            </a:pPr>
            <a:r>
              <a:rPr lang="en-US" sz="34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4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816211" y="5864567"/>
            <a:ext cx="8873459" cy="785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198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演示文稿是实用的工具，如果您想在演示文稿中展现内容，可以选择多种方式。演示文稿是实用的工具，如果您想在演示文稿中展现内容，可以选择多种方式。</a:t>
            </a:r>
            <a:endParaRPr lang="en-US" sz="198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816211" y="7708609"/>
            <a:ext cx="5301404" cy="646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0"/>
              </a:lnSpc>
            </a:pPr>
            <a:r>
              <a:rPr lang="en-US" sz="34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4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816211" y="8475847"/>
            <a:ext cx="8873459" cy="785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198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演示文稿是实用的工具，如果您想在演示文稿中展现内容，可以选择多种方式。演示文稿是实用的工具，如果您想在演示文稿中展现内容，可以选择多种方式。</a:t>
            </a:r>
            <a:endParaRPr lang="en-US" sz="198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7895" y="-1398607"/>
            <a:ext cx="3316595" cy="3316595"/>
          </a:xfrm>
          <a:custGeom>
            <a:avLst/>
            <a:gdLst/>
            <a:ahLst/>
            <a:cxnLst/>
            <a:rect l="l" t="t" r="r" b="b"/>
            <a:pathLst>
              <a:path w="3316595" h="3316595">
                <a:moveTo>
                  <a:pt x="0" y="0"/>
                </a:moveTo>
                <a:lnTo>
                  <a:pt x="3316595" y="0"/>
                </a:lnTo>
                <a:lnTo>
                  <a:pt x="3316595" y="3316595"/>
                </a:lnTo>
                <a:lnTo>
                  <a:pt x="0" y="331659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5310184" y="585922"/>
            <a:ext cx="2441218" cy="885555"/>
            <a:chOff x="0" y="0"/>
            <a:chExt cx="3254958" cy="11807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806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723337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806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383812" y="809745"/>
            <a:ext cx="437911" cy="43791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888057" y="2912735"/>
            <a:ext cx="1178056" cy="117805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6FF">
                <a:alpha val="5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46002" tIns="46002" rIns="46002" bIns="46002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888057" y="4635238"/>
            <a:ext cx="1178056" cy="117805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46002" tIns="46002" rIns="46002" bIns="46002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888057" y="6357741"/>
            <a:ext cx="1178056" cy="117805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6FF">
                <a:alpha val="5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46002" tIns="46002" rIns="46002" bIns="46002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888057" y="8080244"/>
            <a:ext cx="1178056" cy="117805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73FF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46002" tIns="46002" rIns="46002" bIns="46002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1" name="Freeform 21"/>
          <p:cNvSpPr/>
          <p:nvPr/>
        </p:nvSpPr>
        <p:spPr>
          <a:xfrm>
            <a:off x="16713546" y="585922"/>
            <a:ext cx="939624" cy="885555"/>
          </a:xfrm>
          <a:custGeom>
            <a:avLst/>
            <a:gdLst/>
            <a:ahLst/>
            <a:cxnLst/>
            <a:rect l="l" t="t" r="r" b="b"/>
            <a:pathLst>
              <a:path w="939624" h="885555">
                <a:moveTo>
                  <a:pt x="0" y="0"/>
                </a:moveTo>
                <a:lnTo>
                  <a:pt x="939624" y="0"/>
                </a:lnTo>
                <a:lnTo>
                  <a:pt x="939624" y="885556"/>
                </a:lnTo>
                <a:lnTo>
                  <a:pt x="0" y="8855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81814" b="-119033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519140" y="2247728"/>
            <a:ext cx="4613975" cy="4696158"/>
          </a:xfrm>
          <a:custGeom>
            <a:avLst/>
            <a:gdLst/>
            <a:ahLst/>
            <a:cxnLst/>
            <a:rect l="l" t="t" r="r" b="b"/>
            <a:pathLst>
              <a:path w="4613975" h="4696158">
                <a:moveTo>
                  <a:pt x="0" y="0"/>
                </a:moveTo>
                <a:lnTo>
                  <a:pt x="4613975" y="0"/>
                </a:lnTo>
                <a:lnTo>
                  <a:pt x="4613975" y="4696159"/>
                </a:lnTo>
                <a:lnTo>
                  <a:pt x="0" y="4696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2000"/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28700" y="636890"/>
            <a:ext cx="14281484" cy="802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5"/>
              </a:lnSpc>
            </a:pPr>
            <a:r>
              <a:rPr lang="en-US" sz="5440">
                <a:solidFill>
                  <a:srgbClr val="252A3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5440">
              <a:solidFill>
                <a:srgbClr val="252A3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414495" y="2827393"/>
            <a:ext cx="8756692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414495" y="3528625"/>
            <a:ext cx="9885117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演示文稿是实用的工具，如果您想在演示文稿中展现内容。</a:t>
            </a:r>
            <a:endParaRPr lang="en-US" sz="21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414495" y="4549896"/>
            <a:ext cx="8756692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414495" y="5251127"/>
            <a:ext cx="9472300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演示文稿是实用的工具，如果您想在演示文稿中展现内容。</a:t>
            </a:r>
            <a:endParaRPr lang="en-US" sz="21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414495" y="6297873"/>
            <a:ext cx="8756692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414495" y="6999105"/>
            <a:ext cx="9472300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演示文稿是实用的工具，如果您想在演示文稿中展现内容。</a:t>
            </a:r>
            <a:endParaRPr lang="en-US" sz="21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414495" y="8045850"/>
            <a:ext cx="8466601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点击输入文本</a:t>
            </a:r>
            <a:endParaRPr lang="en-US" sz="360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414495" y="8747082"/>
            <a:ext cx="9472300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演示文稿是实用的工具，如果您想在演示文稿中展现内容。</a:t>
            </a:r>
            <a:endParaRPr lang="en-US" sz="21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10498107" y="6652538"/>
            <a:ext cx="6685251" cy="2715883"/>
          </a:xfrm>
          <a:custGeom>
            <a:avLst/>
            <a:gdLst/>
            <a:ahLst/>
            <a:cxnLst/>
            <a:rect l="l" t="t" r="r" b="b"/>
            <a:pathLst>
              <a:path w="6685251" h="2715883">
                <a:moveTo>
                  <a:pt x="0" y="0"/>
                </a:moveTo>
                <a:lnTo>
                  <a:pt x="6685251" y="0"/>
                </a:lnTo>
                <a:lnTo>
                  <a:pt x="6685251" y="2715883"/>
                </a:lnTo>
                <a:lnTo>
                  <a:pt x="0" y="27158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821722" y="2921782"/>
            <a:ext cx="1310724" cy="87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3900" b="1">
                <a:solidFill>
                  <a:srgbClr val="3F2EFF"/>
                </a:solidFill>
                <a:latin typeface="29LT Bukra Ultra-Bold" panose="020B0704020202020204"/>
                <a:ea typeface="29LT Bukra Ultra-Bold" panose="020B0704020202020204"/>
                <a:cs typeface="29LT Bukra Ultra-Bold" panose="020B0704020202020204"/>
                <a:sym typeface="29LT Bukra Ultra-Bold" panose="020B0704020202020204"/>
              </a:rPr>
              <a:t>01</a:t>
            </a:r>
            <a:endParaRPr lang="en-US" sz="3900" b="1">
              <a:solidFill>
                <a:srgbClr val="3F2EFF"/>
              </a:solidFill>
              <a:latin typeface="29LT Bukra Ultra-Bold" panose="020B0704020202020204"/>
              <a:ea typeface="29LT Bukra Ultra-Bold" panose="020B0704020202020204"/>
              <a:cs typeface="29LT Bukra Ultra-Bold" panose="020B0704020202020204"/>
              <a:sym typeface="29LT Bukra Ultra-Bold" panose="020B07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21722" y="4644285"/>
            <a:ext cx="1310724" cy="87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3900" b="1">
                <a:solidFill>
                  <a:srgbClr val="FFFFFF"/>
                </a:solidFill>
                <a:latin typeface="29LT Bukra Ultra-Bold" panose="020B0704020202020204"/>
                <a:ea typeface="29LT Bukra Ultra-Bold" panose="020B0704020202020204"/>
                <a:cs typeface="29LT Bukra Ultra-Bold" panose="020B0704020202020204"/>
                <a:sym typeface="29LT Bukra Ultra-Bold" panose="020B0704020202020204"/>
              </a:rPr>
              <a:t>02</a:t>
            </a:r>
            <a:endParaRPr lang="en-US" sz="3900" b="1">
              <a:solidFill>
                <a:srgbClr val="FFFFFF"/>
              </a:solidFill>
              <a:latin typeface="29LT Bukra Ultra-Bold" panose="020B0704020202020204"/>
              <a:ea typeface="29LT Bukra Ultra-Bold" panose="020B0704020202020204"/>
              <a:cs typeface="29LT Bukra Ultra-Bold" panose="020B0704020202020204"/>
              <a:sym typeface="29LT Bukra Ultra-Bold" panose="020B07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21722" y="6366788"/>
            <a:ext cx="1310724" cy="87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3900" b="1">
                <a:solidFill>
                  <a:srgbClr val="3F2EFF"/>
                </a:solidFill>
                <a:latin typeface="29LT Bukra Ultra-Bold" panose="020B0704020202020204"/>
                <a:ea typeface="29LT Bukra Ultra-Bold" panose="020B0704020202020204"/>
                <a:cs typeface="29LT Bukra Ultra-Bold" panose="020B0704020202020204"/>
                <a:sym typeface="29LT Bukra Ultra-Bold" panose="020B0704020202020204"/>
              </a:rPr>
              <a:t>03</a:t>
            </a:r>
            <a:endParaRPr lang="en-US" sz="3900" b="1">
              <a:solidFill>
                <a:srgbClr val="3F2EFF"/>
              </a:solidFill>
              <a:latin typeface="29LT Bukra Ultra-Bold" panose="020B0704020202020204"/>
              <a:ea typeface="29LT Bukra Ultra-Bold" panose="020B0704020202020204"/>
              <a:cs typeface="29LT Bukra Ultra-Bold" panose="020B0704020202020204"/>
              <a:sym typeface="29LT Bukra Ultra-Bold" panose="020B07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821722" y="8089291"/>
            <a:ext cx="1310724" cy="874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3900" b="1">
                <a:solidFill>
                  <a:srgbClr val="FFFFFF"/>
                </a:solidFill>
                <a:latin typeface="29LT Bukra Ultra-Bold" panose="020B0704020202020204"/>
                <a:ea typeface="29LT Bukra Ultra-Bold" panose="020B0704020202020204"/>
                <a:cs typeface="29LT Bukra Ultra-Bold" panose="020B0704020202020204"/>
                <a:sym typeface="29LT Bukra Ultra-Bold" panose="020B0704020202020204"/>
              </a:rPr>
              <a:t>04</a:t>
            </a:r>
            <a:endParaRPr lang="en-US" sz="3900" b="1">
              <a:solidFill>
                <a:srgbClr val="FFFFFF"/>
              </a:solidFill>
              <a:latin typeface="29LT Bukra Ultra-Bold" panose="020B0704020202020204"/>
              <a:ea typeface="29LT Bukra Ultra-Bold" panose="020B0704020202020204"/>
              <a:cs typeface="29LT Bukra Ultra-Bold" panose="020B0704020202020204"/>
              <a:sym typeface="29LT Bukra Ultra-Bold" panose="020B07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55888" y="8677840"/>
            <a:ext cx="4309201" cy="4309201"/>
          </a:xfrm>
          <a:custGeom>
            <a:avLst/>
            <a:gdLst/>
            <a:ahLst/>
            <a:cxnLst/>
            <a:rect l="l" t="t" r="r" b="b"/>
            <a:pathLst>
              <a:path w="4309201" h="4309201">
                <a:moveTo>
                  <a:pt x="0" y="0"/>
                </a:moveTo>
                <a:lnTo>
                  <a:pt x="4309201" y="0"/>
                </a:lnTo>
                <a:lnTo>
                  <a:pt x="4309201" y="4309201"/>
                </a:lnTo>
                <a:lnTo>
                  <a:pt x="0" y="430920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657626" y="1637302"/>
            <a:ext cx="13329884" cy="7388919"/>
            <a:chOff x="0" y="0"/>
            <a:chExt cx="3510751" cy="19460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10751" cy="1946053"/>
            </a:xfrm>
            <a:custGeom>
              <a:avLst/>
              <a:gdLst/>
              <a:ahLst/>
              <a:cxnLst/>
              <a:rect l="l" t="t" r="r" b="b"/>
              <a:pathLst>
                <a:path w="3510751" h="1946053">
                  <a:moveTo>
                    <a:pt x="29621" y="0"/>
                  </a:moveTo>
                  <a:lnTo>
                    <a:pt x="3481131" y="0"/>
                  </a:lnTo>
                  <a:cubicBezTo>
                    <a:pt x="3497490" y="0"/>
                    <a:pt x="3510751" y="13262"/>
                    <a:pt x="3510751" y="29621"/>
                  </a:cubicBezTo>
                  <a:lnTo>
                    <a:pt x="3510751" y="1916432"/>
                  </a:lnTo>
                  <a:cubicBezTo>
                    <a:pt x="3510751" y="1932791"/>
                    <a:pt x="3497490" y="1946053"/>
                    <a:pt x="3481131" y="1946053"/>
                  </a:cubicBezTo>
                  <a:lnTo>
                    <a:pt x="29621" y="1946053"/>
                  </a:lnTo>
                  <a:cubicBezTo>
                    <a:pt x="13262" y="1946053"/>
                    <a:pt x="0" y="1932791"/>
                    <a:pt x="0" y="1916432"/>
                  </a:cubicBezTo>
                  <a:lnTo>
                    <a:pt x="0" y="29621"/>
                  </a:lnTo>
                  <a:cubicBezTo>
                    <a:pt x="0" y="13262"/>
                    <a:pt x="13262" y="0"/>
                    <a:pt x="2962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3510751" cy="1936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1467993" y="-3162565"/>
            <a:ext cx="15338663" cy="153386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6FF">
                <a:alpha val="28627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11843581" y="-2853868"/>
            <a:ext cx="14587487" cy="1458748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6FF">
                <a:alpha val="28627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12" name="Freeform 12"/>
          <p:cNvSpPr/>
          <p:nvPr/>
        </p:nvSpPr>
        <p:spPr>
          <a:xfrm rot="1223712">
            <a:off x="12152689" y="-1628545"/>
            <a:ext cx="12270622" cy="12270622"/>
          </a:xfrm>
          <a:custGeom>
            <a:avLst/>
            <a:gdLst/>
            <a:ahLst/>
            <a:cxnLst/>
            <a:rect l="l" t="t" r="r" b="b"/>
            <a:pathLst>
              <a:path w="12270622" h="12270622">
                <a:moveTo>
                  <a:pt x="0" y="0"/>
                </a:moveTo>
                <a:lnTo>
                  <a:pt x="12270622" y="0"/>
                </a:lnTo>
                <a:lnTo>
                  <a:pt x="12270622" y="12270622"/>
                </a:lnTo>
                <a:lnTo>
                  <a:pt x="0" y="122706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 rot="2984090">
            <a:off x="1263299" y="2147637"/>
            <a:ext cx="1762626" cy="176262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9D6FF">
                    <a:alpha val="100000"/>
                  </a:srgbClr>
                </a:gs>
                <a:gs pos="100000">
                  <a:srgbClr val="D9D6FF">
                    <a:alpha val="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1797913" y="7399533"/>
            <a:ext cx="4628844" cy="886364"/>
            <a:chOff x="0" y="0"/>
            <a:chExt cx="1219119" cy="23344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9119" cy="233446"/>
            </a:xfrm>
            <a:custGeom>
              <a:avLst/>
              <a:gdLst/>
              <a:ahLst/>
              <a:cxnLst/>
              <a:rect l="l" t="t" r="r" b="b"/>
              <a:pathLst>
                <a:path w="1219119" h="233446">
                  <a:moveTo>
                    <a:pt x="85299" y="0"/>
                  </a:moveTo>
                  <a:lnTo>
                    <a:pt x="1133820" y="0"/>
                  </a:lnTo>
                  <a:cubicBezTo>
                    <a:pt x="1180929" y="0"/>
                    <a:pt x="1219119" y="38190"/>
                    <a:pt x="1219119" y="85299"/>
                  </a:cubicBezTo>
                  <a:lnTo>
                    <a:pt x="1219119" y="148146"/>
                  </a:lnTo>
                  <a:cubicBezTo>
                    <a:pt x="1219119" y="170769"/>
                    <a:pt x="1210133" y="192465"/>
                    <a:pt x="1194136" y="208462"/>
                  </a:cubicBezTo>
                  <a:cubicBezTo>
                    <a:pt x="1178139" y="224459"/>
                    <a:pt x="1156443" y="233446"/>
                    <a:pt x="1133820" y="233446"/>
                  </a:cubicBezTo>
                  <a:lnTo>
                    <a:pt x="85299" y="233446"/>
                  </a:lnTo>
                  <a:cubicBezTo>
                    <a:pt x="62677" y="233446"/>
                    <a:pt x="40980" y="224459"/>
                    <a:pt x="24984" y="208462"/>
                  </a:cubicBezTo>
                  <a:cubicBezTo>
                    <a:pt x="8987" y="192465"/>
                    <a:pt x="0" y="170769"/>
                    <a:pt x="0" y="148146"/>
                  </a:cubicBezTo>
                  <a:lnTo>
                    <a:pt x="0" y="85299"/>
                  </a:lnTo>
                  <a:cubicBezTo>
                    <a:pt x="0" y="62677"/>
                    <a:pt x="8987" y="40980"/>
                    <a:pt x="24984" y="24984"/>
                  </a:cubicBezTo>
                  <a:cubicBezTo>
                    <a:pt x="40980" y="8987"/>
                    <a:pt x="62677" y="0"/>
                    <a:pt x="85299" y="0"/>
                  </a:cubicBezTo>
                  <a:close/>
                </a:path>
              </a:pathLst>
            </a:custGeom>
            <a:solidFill>
              <a:srgbClr val="7E73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219119" cy="271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1902798" y="7488404"/>
            <a:ext cx="708621" cy="70862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22" name="Freeform 22"/>
          <p:cNvSpPr/>
          <p:nvPr/>
        </p:nvSpPr>
        <p:spPr>
          <a:xfrm>
            <a:off x="2096807" y="7682413"/>
            <a:ext cx="320603" cy="320603"/>
          </a:xfrm>
          <a:custGeom>
            <a:avLst/>
            <a:gdLst/>
            <a:ahLst/>
            <a:cxnLst/>
            <a:rect l="l" t="t" r="r" b="b"/>
            <a:pathLst>
              <a:path w="320603" h="320603">
                <a:moveTo>
                  <a:pt x="0" y="0"/>
                </a:moveTo>
                <a:lnTo>
                  <a:pt x="320604" y="0"/>
                </a:lnTo>
                <a:lnTo>
                  <a:pt x="320604" y="320603"/>
                </a:lnTo>
                <a:lnTo>
                  <a:pt x="0" y="3206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 rot="0">
            <a:off x="6702782" y="7400341"/>
            <a:ext cx="2441218" cy="885555"/>
            <a:chOff x="0" y="0"/>
            <a:chExt cx="3254958" cy="118074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1806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1723337" y="0"/>
              <a:ext cx="1531621" cy="1180741"/>
            </a:xfrm>
            <a:custGeom>
              <a:avLst/>
              <a:gdLst/>
              <a:ahLst/>
              <a:cxnLst/>
              <a:rect l="l" t="t" r="r" b="b"/>
              <a:pathLst>
                <a:path w="1531621" h="1180741">
                  <a:moveTo>
                    <a:pt x="0" y="0"/>
                  </a:moveTo>
                  <a:lnTo>
                    <a:pt x="1531621" y="0"/>
                  </a:lnTo>
                  <a:lnTo>
                    <a:pt x="1531621" y="1180741"/>
                  </a:lnTo>
                  <a:lnTo>
                    <a:pt x="0" y="1180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1806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 rot="0">
            <a:off x="15620956" y="7203507"/>
            <a:ext cx="2579365" cy="2705015"/>
            <a:chOff x="0" y="0"/>
            <a:chExt cx="3439154" cy="3606687"/>
          </a:xfrm>
        </p:grpSpPr>
        <p:grpSp>
          <p:nvGrpSpPr>
            <p:cNvPr id="27" name="Group 27"/>
            <p:cNvGrpSpPr/>
            <p:nvPr/>
          </p:nvGrpSpPr>
          <p:grpSpPr>
            <a:xfrm rot="0">
              <a:off x="157334" y="324867"/>
              <a:ext cx="3281820" cy="3281820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>
                  <a:alpha val="43922"/>
                </a:srgbClr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5"/>
                  </a:lnSpc>
                </a:p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0">
              <a:off x="0" y="0"/>
              <a:ext cx="3401054" cy="3401054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5"/>
                  </a:lnSpc>
                </a:pPr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627353" y="970769"/>
              <a:ext cx="2146347" cy="1459516"/>
            </a:xfrm>
            <a:custGeom>
              <a:avLst/>
              <a:gdLst/>
              <a:ahLst/>
              <a:cxnLst/>
              <a:rect l="l" t="t" r="r" b="b"/>
              <a:pathLst>
                <a:path w="2146347" h="1459516">
                  <a:moveTo>
                    <a:pt x="0" y="0"/>
                  </a:moveTo>
                  <a:lnTo>
                    <a:pt x="2146347" y="0"/>
                  </a:lnTo>
                  <a:lnTo>
                    <a:pt x="2146347" y="1459516"/>
                  </a:lnTo>
                  <a:lnTo>
                    <a:pt x="0" y="1459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 rot="0">
            <a:off x="12943736" y="1637302"/>
            <a:ext cx="2461365" cy="2622331"/>
            <a:chOff x="0" y="0"/>
            <a:chExt cx="3281820" cy="3496441"/>
          </a:xfrm>
        </p:grpSpPr>
        <p:grpSp>
          <p:nvGrpSpPr>
            <p:cNvPr id="35" name="Group 35"/>
            <p:cNvGrpSpPr/>
            <p:nvPr/>
          </p:nvGrpSpPr>
          <p:grpSpPr>
            <a:xfrm rot="0">
              <a:off x="0" y="214622"/>
              <a:ext cx="3281820" cy="3281820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>
                  <a:alpha val="43922"/>
                </a:srgbClr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5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0">
              <a:off x="11923" y="0"/>
              <a:ext cx="3257973" cy="3257973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5"/>
                  </a:lnSpc>
                </a:pPr>
              </a:p>
            </p:txBody>
          </p:sp>
        </p:grpSp>
      </p:grpSp>
      <p:sp>
        <p:nvSpPr>
          <p:cNvPr id="41" name="TextBox 41"/>
          <p:cNvSpPr txBox="1"/>
          <p:nvPr/>
        </p:nvSpPr>
        <p:spPr>
          <a:xfrm>
            <a:off x="2915814" y="7554742"/>
            <a:ext cx="3253149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265">
                <a:solidFill>
                  <a:srgbClr val="FFFFFF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汇报人：团团</a:t>
            </a:r>
            <a:endParaRPr lang="en-US" sz="3200" spc="265">
              <a:solidFill>
                <a:srgbClr val="FFFFFF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753235" y="4016375"/>
            <a:ext cx="9722485" cy="1743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00"/>
              </a:lnSpc>
            </a:pPr>
            <a:r>
              <a:rPr lang="en-US" sz="11430">
                <a:solidFill>
                  <a:srgbClr val="000000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敬请批评指正</a:t>
            </a:r>
            <a:endParaRPr lang="en-US" sz="11430">
              <a:solidFill>
                <a:srgbClr val="000000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902798" y="6507442"/>
            <a:ext cx="9300050" cy="427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910" b="1">
                <a:solidFill>
                  <a:srgbClr val="000000">
                    <a:alpha val="38824"/>
                  </a:srgbClr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其他文本</a:t>
            </a:r>
            <a:endParaRPr lang="en-US" sz="2910" b="1">
              <a:solidFill>
                <a:srgbClr val="000000">
                  <a:alpha val="38824"/>
                </a:srgbClr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863340" y="6149975"/>
            <a:ext cx="9272270" cy="702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80"/>
              </a:lnSpc>
              <a:spcBef>
                <a:spcPct val="0"/>
              </a:spcBef>
            </a:pPr>
            <a:r>
              <a:rPr lang="en-US" sz="4565">
                <a:solidFill>
                  <a:srgbClr val="545454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图片来源：复旦大学融媒体中心</a:t>
            </a:r>
            <a:endParaRPr lang="en-US" sz="4565">
              <a:solidFill>
                <a:srgbClr val="545454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13324171" y="2147145"/>
            <a:ext cx="1700494" cy="1602643"/>
          </a:xfrm>
          <a:custGeom>
            <a:avLst/>
            <a:gdLst/>
            <a:ahLst/>
            <a:cxnLst/>
            <a:rect l="l" t="t" r="r" b="b"/>
            <a:pathLst>
              <a:path w="1700494" h="1602643">
                <a:moveTo>
                  <a:pt x="0" y="0"/>
                </a:moveTo>
                <a:lnTo>
                  <a:pt x="1700495" y="0"/>
                </a:lnTo>
                <a:lnTo>
                  <a:pt x="1700495" y="1602644"/>
                </a:lnTo>
                <a:lnTo>
                  <a:pt x="0" y="160264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r="-181814" b="-119033"/>
            </a:stretch>
          </a:blip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jJjZDBiNThjMjM5YmQxNTcyY2NkYWNjZWE5MWEzZjY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2253</Words>
  <Application>WPS 演示</Application>
  <PresentationFormat>On-screen Show (4:3)</PresentationFormat>
  <Paragraphs>208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思源黑体 1</vt:lpstr>
      <vt:lpstr>黑体</vt:lpstr>
      <vt:lpstr>29LT Bukra Medium</vt:lpstr>
      <vt:lpstr>思源黑体 1 Bold</vt:lpstr>
      <vt:lpstr>思源黑体 2</vt:lpstr>
      <vt:lpstr>29LT Bukra Ultra-Bold</vt:lpstr>
      <vt:lpstr>Arimo Bold</vt:lpstr>
      <vt:lpstr>Calibri</vt:lpstr>
      <vt:lpstr>微软雅黑</vt:lpstr>
      <vt:lpstr>Arial Unicode MS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紫色科技风商务汇报模板</dc:title>
  <dc:creator/>
  <cp:lastModifiedBy>符梦苑</cp:lastModifiedBy>
  <cp:revision>4</cp:revision>
  <dcterms:created xsi:type="dcterms:W3CDTF">2006-08-16T00:00:00Z</dcterms:created>
  <dcterms:modified xsi:type="dcterms:W3CDTF">2024-11-10T07:44:05Z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406B91BA256145B097007DCF34A9234F_12</vt:lpwstr>
  </property>
  <property fmtid="{D5CDD505-2E9C-101B-9397-08002B2CF9AE}" pid="3" name="KSOProductBuildVer">
    <vt:lpwstr>2052-12.1.0.18276</vt:lpwstr>
  </property>
</Properties>
</file>